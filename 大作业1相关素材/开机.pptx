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9144000" cy="6858000" type="screen4x3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958" autoAdjust="0"/>
    <p:restoredTop sz="94660"/>
  </p:normalViewPr>
  <p:slideViewPr>
    <p:cSldViewPr snapToGrid="0">
      <p:cViewPr varScale="1">
        <p:scale>
          <a:sx n="77" d="100"/>
          <a:sy n="77" d="100"/>
        </p:scale>
        <p:origin x="699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812708C-2602-4C50-90B3-38403DD6A526}" type="datetimeFigureOut">
              <a:rPr lang="zh-CN" altLang="en-US" smtClean="0"/>
              <a:t>2024/3/26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96E20AC-CFD9-4F54-B258-06C96168275D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页面-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4" name="Group154"/>
          <p:cNvGrpSpPr/>
          <p:nvPr/>
        </p:nvGrpSpPr>
        <p:grpSpPr>
          <a:xfrm>
            <a:off x="1763768" y="-393541"/>
            <a:ext cx="7800126" cy="7456580"/>
            <a:chOff x="1825973" y="0"/>
            <a:chExt cx="7800126" cy="7456580"/>
          </a:xfrm>
        </p:grpSpPr>
        <p:sp>
          <p:nvSpPr>
            <p:cNvPr id="111" name="RelatConnector"/>
            <p:cNvSpPr/>
            <p:nvPr/>
          </p:nvSpPr>
          <p:spPr>
            <a:xfrm>
              <a:off x="2946987" y="1073330"/>
              <a:ext cx="6000" cy="285000"/>
            </a:xfrm>
            <a:custGeom>
              <a:avLst/>
              <a:gdLst>
                <a:gd name="rtl" fmla="*/ -93000 w 6000"/>
                <a:gd name="rtt" fmla="*/ -64500 h 285000"/>
                <a:gd name="rtr" fmla="*/ 93000 w 6000"/>
                <a:gd name="rtb" fmla="*/ 64500 h 285000"/>
              </a:gdLst>
              <a:ahLst/>
              <a:cxnLst/>
              <a:rect l="rtl" t="rtt" r="rtr" b="rtb"/>
              <a:pathLst>
                <a:path w="6000" h="285000" fill="none">
                  <a:moveTo>
                    <a:pt x="-1336" y="-142500"/>
                  </a:moveTo>
                  <a:lnTo>
                    <a:pt x="1336" y="142500"/>
                  </a:lnTo>
                </a:path>
              </a:pathLst>
            </a:custGeom>
            <a:noFill/>
            <a:ln w="12000" cap="rnd">
              <a:solidFill>
                <a:srgbClr val="1E61FF"/>
              </a:solidFill>
              <a:custDash>
                <a:ds d="380000" sp="120000"/>
              </a:custDash>
              <a:round/>
              <a:tailEnd type="stealth" w="sm" len="sm"/>
            </a:ln>
          </p:spPr>
        </p:sp>
        <p:sp>
          <p:nvSpPr>
            <p:cNvPr id="133" name="RelatConnector"/>
            <p:cNvSpPr/>
            <p:nvPr/>
          </p:nvSpPr>
          <p:spPr>
            <a:xfrm>
              <a:off x="2966522" y="1591580"/>
              <a:ext cx="6374" cy="295500"/>
            </a:xfrm>
            <a:custGeom>
              <a:avLst/>
              <a:gdLst>
                <a:gd name="rtl" fmla="*/ -93000 w 6374"/>
                <a:gd name="rtt" fmla="*/ -64500 h 295500"/>
                <a:gd name="rtr" fmla="*/ 93000 w 6374"/>
                <a:gd name="rtb" fmla="*/ 64500 h 295500"/>
              </a:gdLst>
              <a:ahLst/>
              <a:cxnLst/>
              <a:rect l="rtl" t="rtt" r="rtr" b="rtb"/>
              <a:pathLst>
                <a:path w="6374" h="295500" fill="none">
                  <a:moveTo>
                    <a:pt x="-3187" y="-147750"/>
                  </a:moveTo>
                  <a:lnTo>
                    <a:pt x="3187" y="147750"/>
                  </a:lnTo>
                </a:path>
              </a:pathLst>
            </a:custGeom>
            <a:noFill/>
            <a:ln w="12000" cap="rnd">
              <a:solidFill>
                <a:srgbClr val="1E61FF"/>
              </a:solidFill>
              <a:custDash>
                <a:ds d="380000" sp="120000"/>
              </a:custDash>
              <a:round/>
              <a:tailEnd type="stealth" w="sm" len="sm"/>
            </a:ln>
          </p:spPr>
        </p:sp>
        <p:sp>
          <p:nvSpPr>
            <p:cNvPr id="139" name="RelatConnector"/>
            <p:cNvSpPr/>
            <p:nvPr/>
          </p:nvSpPr>
          <p:spPr>
            <a:xfrm>
              <a:off x="2971973" y="2065580"/>
              <a:ext cx="6000" cy="232500"/>
            </a:xfrm>
            <a:custGeom>
              <a:avLst/>
              <a:gdLst>
                <a:gd name="rtl" fmla="*/ -93000 w 6000"/>
                <a:gd name="rtt" fmla="*/ -64500 h 232500"/>
                <a:gd name="rtr" fmla="*/ 93000 w 6000"/>
                <a:gd name="rtb" fmla="*/ 64500 h 232500"/>
              </a:gdLst>
              <a:ahLst/>
              <a:cxnLst/>
              <a:rect l="rtl" t="rtt" r="rtr" b="rtb"/>
              <a:pathLst>
                <a:path w="6000" h="232500" fill="none">
                  <a:moveTo>
                    <a:pt x="0" y="-116250"/>
                  </a:moveTo>
                  <a:lnTo>
                    <a:pt x="0" y="116250"/>
                  </a:lnTo>
                </a:path>
              </a:pathLst>
            </a:custGeom>
            <a:noFill/>
            <a:ln w="12000" cap="rnd">
              <a:solidFill>
                <a:srgbClr val="1E61FF"/>
              </a:solidFill>
              <a:custDash>
                <a:ds d="380000" sp="120000"/>
              </a:custDash>
              <a:round/>
              <a:tailEnd type="stealth" w="sm" len="sm"/>
            </a:ln>
          </p:spPr>
        </p:sp>
        <p:sp>
          <p:nvSpPr>
            <p:cNvPr id="141" name="RelatConnector"/>
            <p:cNvSpPr/>
            <p:nvPr/>
          </p:nvSpPr>
          <p:spPr>
            <a:xfrm>
              <a:off x="2971973" y="2592080"/>
              <a:ext cx="6000" cy="400500"/>
            </a:xfrm>
            <a:custGeom>
              <a:avLst/>
              <a:gdLst>
                <a:gd name="rtl" fmla="*/ -93000 w 6000"/>
                <a:gd name="rtt" fmla="*/ -64500 h 400500"/>
                <a:gd name="rtr" fmla="*/ 93000 w 6000"/>
                <a:gd name="rtb" fmla="*/ 64500 h 400500"/>
              </a:gdLst>
              <a:ahLst/>
              <a:cxnLst/>
              <a:rect l="rtl" t="rtt" r="rtr" b="rtb"/>
              <a:pathLst>
                <a:path w="6000" h="400500" fill="none">
                  <a:moveTo>
                    <a:pt x="0" y="-200250"/>
                  </a:moveTo>
                  <a:lnTo>
                    <a:pt x="0" y="200250"/>
                  </a:lnTo>
                </a:path>
              </a:pathLst>
            </a:custGeom>
            <a:noFill/>
            <a:ln w="12000" cap="rnd">
              <a:solidFill>
                <a:srgbClr val="1E61FF"/>
              </a:solidFill>
              <a:custDash>
                <a:ds d="380000" sp="120000"/>
              </a:custDash>
              <a:round/>
              <a:tailEnd type="stealth" w="sm" len="sm"/>
            </a:ln>
          </p:spPr>
        </p:sp>
        <p:sp>
          <p:nvSpPr>
            <p:cNvPr id="143" name="RelatConnector"/>
            <p:cNvSpPr/>
            <p:nvPr/>
          </p:nvSpPr>
          <p:spPr>
            <a:xfrm>
              <a:off x="2971973" y="3141080"/>
              <a:ext cx="6000" cy="277500"/>
            </a:xfrm>
            <a:custGeom>
              <a:avLst/>
              <a:gdLst>
                <a:gd name="rtl" fmla="*/ -93000 w 6000"/>
                <a:gd name="rtt" fmla="*/ -64500 h 277500"/>
                <a:gd name="rtr" fmla="*/ 93000 w 6000"/>
                <a:gd name="rtb" fmla="*/ 64500 h 277500"/>
              </a:gdLst>
              <a:ahLst/>
              <a:cxnLst/>
              <a:rect l="rtl" t="rtt" r="rtr" b="rtb"/>
              <a:pathLst>
                <a:path w="6000" h="277500" fill="none">
                  <a:moveTo>
                    <a:pt x="0" y="-138750"/>
                  </a:moveTo>
                  <a:lnTo>
                    <a:pt x="0" y="138750"/>
                  </a:lnTo>
                </a:path>
              </a:pathLst>
            </a:custGeom>
            <a:noFill/>
            <a:ln w="12000" cap="rnd">
              <a:solidFill>
                <a:srgbClr val="1E61FF"/>
              </a:solidFill>
              <a:custDash>
                <a:ds d="380000" sp="120000"/>
              </a:custDash>
              <a:round/>
              <a:tailEnd type="stealth" w="sm" len="sm"/>
            </a:ln>
          </p:spPr>
        </p:sp>
        <p:sp>
          <p:nvSpPr>
            <p:cNvPr id="149" name="RelatConnector"/>
            <p:cNvSpPr/>
            <p:nvPr/>
          </p:nvSpPr>
          <p:spPr>
            <a:xfrm>
              <a:off x="2971973" y="3628580"/>
              <a:ext cx="6000" cy="277500"/>
            </a:xfrm>
            <a:custGeom>
              <a:avLst/>
              <a:gdLst>
                <a:gd name="rtl" fmla="*/ -93000 w 6000"/>
                <a:gd name="rtt" fmla="*/ -64500 h 277500"/>
                <a:gd name="rtr" fmla="*/ 93000 w 6000"/>
                <a:gd name="rtb" fmla="*/ 64500 h 277500"/>
              </a:gdLst>
              <a:ahLst/>
              <a:cxnLst/>
              <a:rect l="rtl" t="rtt" r="rtr" b="rtb"/>
              <a:pathLst>
                <a:path w="6000" h="277500" fill="none">
                  <a:moveTo>
                    <a:pt x="0" y="-138750"/>
                  </a:moveTo>
                  <a:lnTo>
                    <a:pt x="0" y="138750"/>
                  </a:lnTo>
                </a:path>
              </a:pathLst>
            </a:custGeom>
            <a:noFill/>
            <a:ln w="12000" cap="rnd">
              <a:solidFill>
                <a:srgbClr val="1E61FF"/>
              </a:solidFill>
              <a:custDash>
                <a:ds d="380000" sp="120000"/>
              </a:custDash>
              <a:round/>
              <a:tailEnd type="stealth" w="sm" len="sm"/>
            </a:ln>
          </p:spPr>
        </p:sp>
        <p:sp>
          <p:nvSpPr>
            <p:cNvPr id="155" name="RelatConnector"/>
            <p:cNvSpPr/>
            <p:nvPr/>
          </p:nvSpPr>
          <p:spPr>
            <a:xfrm>
              <a:off x="2971973" y="4341080"/>
              <a:ext cx="6000" cy="727500"/>
            </a:xfrm>
            <a:custGeom>
              <a:avLst/>
              <a:gdLst>
                <a:gd name="rtl" fmla="*/ -93000 w 6000"/>
                <a:gd name="rtt" fmla="*/ -64500 h 727500"/>
                <a:gd name="rtr" fmla="*/ 93000 w 6000"/>
                <a:gd name="rtb" fmla="*/ 64500 h 727500"/>
              </a:gdLst>
              <a:ahLst/>
              <a:cxnLst/>
              <a:rect l="rtl" t="rtt" r="rtr" b="rtb"/>
              <a:pathLst>
                <a:path w="6000" h="727500" fill="none">
                  <a:moveTo>
                    <a:pt x="0" y="-363750"/>
                  </a:moveTo>
                  <a:lnTo>
                    <a:pt x="0" y="363750"/>
                  </a:lnTo>
                </a:path>
              </a:pathLst>
            </a:custGeom>
            <a:noFill/>
            <a:ln w="12000" cap="rnd">
              <a:solidFill>
                <a:srgbClr val="1E61FF"/>
              </a:solidFill>
              <a:custDash>
                <a:ds d="380000" sp="120000"/>
              </a:custDash>
              <a:round/>
              <a:tailEnd type="stealth" w="sm" len="sm"/>
            </a:ln>
          </p:spPr>
        </p:sp>
        <p:sp>
          <p:nvSpPr>
            <p:cNvPr id="159" name="RelatConnector"/>
            <p:cNvSpPr/>
            <p:nvPr/>
          </p:nvSpPr>
          <p:spPr>
            <a:xfrm>
              <a:off x="2971973" y="5278580"/>
              <a:ext cx="6000" cy="727500"/>
            </a:xfrm>
            <a:custGeom>
              <a:avLst/>
              <a:gdLst>
                <a:gd name="rtl" fmla="*/ -93000 w 6000"/>
                <a:gd name="rtt" fmla="*/ -64500 h 727500"/>
                <a:gd name="rtr" fmla="*/ 93000 w 6000"/>
                <a:gd name="rtb" fmla="*/ 64500 h 727500"/>
              </a:gdLst>
              <a:ahLst/>
              <a:cxnLst/>
              <a:rect l="rtl" t="rtt" r="rtr" b="rtb"/>
              <a:pathLst>
                <a:path w="6000" h="727500" fill="none">
                  <a:moveTo>
                    <a:pt x="0" y="-363750"/>
                  </a:moveTo>
                  <a:lnTo>
                    <a:pt x="0" y="363750"/>
                  </a:lnTo>
                </a:path>
              </a:pathLst>
            </a:custGeom>
            <a:noFill/>
            <a:ln w="12000" cap="rnd">
              <a:solidFill>
                <a:srgbClr val="1E61FF"/>
              </a:solidFill>
              <a:custDash>
                <a:ds d="380000" sp="120000"/>
              </a:custDash>
              <a:round/>
              <a:tailEnd type="stealth" w="sm" len="sm"/>
            </a:ln>
          </p:spPr>
        </p:sp>
        <p:sp>
          <p:nvSpPr>
            <p:cNvPr id="161" name="RelatConnector"/>
            <p:cNvSpPr/>
            <p:nvPr/>
          </p:nvSpPr>
          <p:spPr>
            <a:xfrm>
              <a:off x="2971973" y="6387080"/>
              <a:ext cx="6000" cy="1069500"/>
            </a:xfrm>
            <a:custGeom>
              <a:avLst/>
              <a:gdLst>
                <a:gd name="rtl" fmla="*/ -93000 w 6000"/>
                <a:gd name="rtt" fmla="*/ -64500 h 1069500"/>
                <a:gd name="rtr" fmla="*/ 93000 w 6000"/>
                <a:gd name="rtb" fmla="*/ 64500 h 1069500"/>
              </a:gdLst>
              <a:ahLst/>
              <a:cxnLst/>
              <a:rect l="rtl" t="rtt" r="rtr" b="rtb"/>
              <a:pathLst>
                <a:path w="6000" h="1069500" fill="none">
                  <a:moveTo>
                    <a:pt x="0" y="-534750"/>
                  </a:moveTo>
                  <a:lnTo>
                    <a:pt x="0" y="534750"/>
                  </a:lnTo>
                </a:path>
              </a:pathLst>
            </a:custGeom>
            <a:noFill/>
            <a:ln w="12000" cap="rnd">
              <a:solidFill>
                <a:srgbClr val="1E61FF"/>
              </a:solidFill>
              <a:custDash>
                <a:ds d="380000" sp="120000"/>
              </a:custDash>
              <a:round/>
              <a:tailEnd type="stealth" w="sm" len="sm"/>
            </a:ln>
          </p:spPr>
        </p:sp>
        <p:sp>
          <p:nvSpPr>
            <p:cNvPr id="115" name="MMConnector"/>
            <p:cNvSpPr/>
            <p:nvPr/>
          </p:nvSpPr>
          <p:spPr>
            <a:xfrm>
              <a:off x="3540776" y="1229705"/>
              <a:ext cx="210600" cy="200250"/>
            </a:xfrm>
            <a:custGeom>
              <a:avLst/>
              <a:gdLst/>
              <a:ahLst/>
              <a:cxnLst/>
              <a:rect l="0" t="0" r="0" b="0"/>
              <a:pathLst>
                <a:path w="210600" h="200250" fill="none">
                  <a:moveTo>
                    <a:pt x="-105300" y="100125"/>
                  </a:moveTo>
                  <a:lnTo>
                    <a:pt x="-39300" y="100125"/>
                  </a:lnTo>
                  <a:cubicBezTo>
                    <a:pt x="-39300" y="20025"/>
                    <a:pt x="18540" y="-100125"/>
                    <a:pt x="105300" y="-100125"/>
                  </a:cubicBezTo>
                </a:path>
              </a:pathLst>
            </a:custGeom>
            <a:noFill/>
            <a:ln w="6000" cap="rnd">
              <a:solidFill>
                <a:srgbClr val="000000"/>
              </a:solidFill>
              <a:round/>
            </a:ln>
          </p:spPr>
        </p:sp>
        <p:sp>
          <p:nvSpPr>
            <p:cNvPr id="117" name="MMConnector"/>
            <p:cNvSpPr/>
            <p:nvPr/>
          </p:nvSpPr>
          <p:spPr>
            <a:xfrm>
              <a:off x="3540776" y="1342955"/>
              <a:ext cx="144600" cy="26250"/>
            </a:xfrm>
            <a:custGeom>
              <a:avLst/>
              <a:gdLst/>
              <a:ahLst/>
              <a:cxnLst/>
              <a:rect l="0" t="0" r="0" b="0"/>
              <a:pathLst>
                <a:path w="144600" h="26250" fill="none">
                  <a:moveTo>
                    <a:pt x="-39300" y="-13125"/>
                  </a:moveTo>
                  <a:cubicBezTo>
                    <a:pt x="-39300" y="-2625"/>
                    <a:pt x="18540" y="13125"/>
                    <a:pt x="105300" y="13125"/>
                  </a:cubicBezTo>
                </a:path>
              </a:pathLst>
            </a:custGeom>
            <a:noFill/>
            <a:ln w="6000" cap="rnd">
              <a:solidFill>
                <a:srgbClr val="000000"/>
              </a:solidFill>
              <a:round/>
            </a:ln>
          </p:spPr>
        </p:sp>
        <p:sp>
          <p:nvSpPr>
            <p:cNvPr id="125" name="MMConnector"/>
            <p:cNvSpPr/>
            <p:nvPr/>
          </p:nvSpPr>
          <p:spPr>
            <a:xfrm>
              <a:off x="3540776" y="1429955"/>
              <a:ext cx="144600" cy="200250"/>
            </a:xfrm>
            <a:custGeom>
              <a:avLst/>
              <a:gdLst/>
              <a:ahLst/>
              <a:cxnLst/>
              <a:rect l="0" t="0" r="0" b="0"/>
              <a:pathLst>
                <a:path w="144600" h="200250" fill="none">
                  <a:moveTo>
                    <a:pt x="-39300" y="-100125"/>
                  </a:moveTo>
                  <a:cubicBezTo>
                    <a:pt x="-39300" y="-20025"/>
                    <a:pt x="18540" y="100125"/>
                    <a:pt x="105300" y="100125"/>
                  </a:cubicBezTo>
                </a:path>
              </a:pathLst>
            </a:custGeom>
            <a:noFill/>
            <a:ln w="6000" cap="rnd">
              <a:solidFill>
                <a:srgbClr val="000000"/>
              </a:solidFill>
              <a:round/>
            </a:ln>
          </p:spPr>
        </p:sp>
        <p:sp>
          <p:nvSpPr>
            <p:cNvPr id="135" name="MMConnector"/>
            <p:cNvSpPr/>
            <p:nvPr/>
          </p:nvSpPr>
          <p:spPr>
            <a:xfrm>
              <a:off x="4042073" y="1844330"/>
              <a:ext cx="259200" cy="6000"/>
            </a:xfrm>
            <a:custGeom>
              <a:avLst/>
              <a:gdLst/>
              <a:ahLst/>
              <a:cxnLst/>
              <a:rect l="0" t="0" r="0" b="0"/>
              <a:pathLst>
                <a:path w="259200" h="6000" fill="none">
                  <a:moveTo>
                    <a:pt x="-129600" y="0"/>
                  </a:moveTo>
                  <a:lnTo>
                    <a:pt x="-63600" y="0"/>
                  </a:lnTo>
                  <a:cubicBezTo>
                    <a:pt x="34032" y="0"/>
                    <a:pt x="34032" y="0"/>
                    <a:pt x="129600" y="0"/>
                  </a:cubicBezTo>
                </a:path>
              </a:pathLst>
            </a:custGeom>
            <a:noFill/>
            <a:ln w="6000" cap="rnd">
              <a:solidFill>
                <a:srgbClr val="FF45A2"/>
              </a:solidFill>
              <a:round/>
            </a:ln>
          </p:spPr>
        </p:sp>
        <p:sp>
          <p:nvSpPr>
            <p:cNvPr id="145" name="MMConnector"/>
            <p:cNvSpPr/>
            <p:nvPr/>
          </p:nvSpPr>
          <p:spPr>
            <a:xfrm>
              <a:off x="4247573" y="2897330"/>
              <a:ext cx="259200" cy="6000"/>
            </a:xfrm>
            <a:custGeom>
              <a:avLst/>
              <a:gdLst/>
              <a:ahLst/>
              <a:cxnLst/>
              <a:rect l="0" t="0" r="0" b="0"/>
              <a:pathLst>
                <a:path w="259200" h="6000" fill="none">
                  <a:moveTo>
                    <a:pt x="-129600" y="0"/>
                  </a:moveTo>
                  <a:lnTo>
                    <a:pt x="-63600" y="0"/>
                  </a:lnTo>
                  <a:cubicBezTo>
                    <a:pt x="34032" y="0"/>
                    <a:pt x="34032" y="0"/>
                    <a:pt x="129600" y="0"/>
                  </a:cubicBezTo>
                </a:path>
              </a:pathLst>
            </a:custGeom>
            <a:noFill/>
            <a:ln w="6000" cap="rnd">
              <a:solidFill>
                <a:srgbClr val="FF45A2"/>
              </a:solidFill>
              <a:round/>
            </a:ln>
          </p:spPr>
        </p:sp>
        <p:sp>
          <p:nvSpPr>
            <p:cNvPr id="157" name="MMConnector"/>
            <p:cNvSpPr/>
            <p:nvPr/>
          </p:nvSpPr>
          <p:spPr>
            <a:xfrm>
              <a:off x="3709073" y="4809830"/>
              <a:ext cx="259200" cy="6000"/>
            </a:xfrm>
            <a:custGeom>
              <a:avLst/>
              <a:gdLst/>
              <a:ahLst/>
              <a:cxnLst/>
              <a:rect l="0" t="0" r="0" b="0"/>
              <a:pathLst>
                <a:path w="259200" h="6000" fill="none">
                  <a:moveTo>
                    <a:pt x="-129600" y="0"/>
                  </a:moveTo>
                  <a:lnTo>
                    <a:pt x="-63600" y="0"/>
                  </a:lnTo>
                  <a:cubicBezTo>
                    <a:pt x="34032" y="0"/>
                    <a:pt x="34032" y="0"/>
                    <a:pt x="129600" y="0"/>
                  </a:cubicBezTo>
                </a:path>
              </a:pathLst>
            </a:custGeom>
            <a:noFill/>
            <a:ln w="6000" cap="rnd">
              <a:solidFill>
                <a:srgbClr val="FF45A2"/>
              </a:solidFill>
              <a:round/>
            </a:ln>
          </p:spPr>
        </p:sp>
        <p:sp>
          <p:nvSpPr>
            <p:cNvPr id="101" name="MainIdea"/>
            <p:cNvSpPr/>
            <p:nvPr/>
          </p:nvSpPr>
          <p:spPr>
            <a:xfrm>
              <a:off x="2123871" y="558830"/>
              <a:ext cx="1604400" cy="372000"/>
            </a:xfrm>
            <a:custGeom>
              <a:avLst/>
              <a:gdLst>
                <a:gd name="rtl" fmla="*/ 147000 w 1604400"/>
                <a:gd name="rtt" fmla="*/ 86700 h 372000"/>
                <a:gd name="rtr" fmla="*/ 1461000 w 1604400"/>
                <a:gd name="rtb" fmla="*/ 278700 h 372000"/>
              </a:gdLst>
              <a:ahLst/>
              <a:cxnLst/>
              <a:rect l="rtl" t="rtt" r="rtr" b="rtb"/>
              <a:pathLst>
                <a:path w="1604400" h="372000">
                  <a:moveTo>
                    <a:pt x="186000" y="0"/>
                  </a:moveTo>
                  <a:lnTo>
                    <a:pt x="1418400" y="0"/>
                  </a:lnTo>
                  <a:cubicBezTo>
                    <a:pt x="1521128" y="0"/>
                    <a:pt x="1604400" y="83272"/>
                    <a:pt x="1604400" y="186000"/>
                  </a:cubicBezTo>
                  <a:cubicBezTo>
                    <a:pt x="1604400" y="288728"/>
                    <a:pt x="1521128" y="372000"/>
                    <a:pt x="1418400" y="372000"/>
                  </a:cubicBezTo>
                  <a:lnTo>
                    <a:pt x="186000" y="372000"/>
                  </a:lnTo>
                  <a:cubicBezTo>
                    <a:pt x="83272" y="372000"/>
                    <a:pt x="0" y="288728"/>
                    <a:pt x="0" y="186000"/>
                  </a:cubicBezTo>
                  <a:cubicBezTo>
                    <a:pt x="0" y="83272"/>
                    <a:pt x="83272" y="0"/>
                    <a:pt x="186000" y="0"/>
                  </a:cubicBezTo>
                  <a:close/>
                </a:path>
              </a:pathLst>
            </a:custGeom>
            <a:solidFill>
              <a:srgbClr val="FFFFFF"/>
            </a:solidFill>
            <a:ln w="6000" cap="rnd">
              <a:noFill/>
              <a:round/>
            </a:ln>
          </p:spPr>
          <p:txBody>
            <a:bodyPr wrap="none" lIns="0" tIns="0" rIns="0" bIns="11000" rtlCol="0" anchor="ctr"/>
            <a:lstStyle/>
            <a:p>
              <a:pPr algn="ctr">
                <a:lnSpc>
                  <a:spcPct val="100000"/>
                </a:lnSpc>
              </a:pPr>
              <a:r>
                <a:rPr sz="1080" b="1">
                  <a:solidFill>
                    <a:srgbClr val="454545"/>
                  </a:solidFill>
                  <a:latin typeface="微软雅黑"/>
                </a:rPr>
                <a:t>X86计算机开机过程</a:t>
              </a:r>
            </a:p>
          </p:txBody>
        </p:sp>
        <p:sp>
          <p:nvSpPr>
            <p:cNvPr id="108" name="Floating"/>
            <p:cNvSpPr/>
            <p:nvPr/>
          </p:nvSpPr>
          <p:spPr>
            <a:xfrm>
              <a:off x="2486276" y="1215830"/>
              <a:ext cx="949200" cy="228000"/>
            </a:xfrm>
            <a:custGeom>
              <a:avLst/>
              <a:gdLst>
                <a:gd name="rtl" fmla="*/ 122400 w 949200"/>
                <a:gd name="rtt" fmla="*/ 47700 h 228000"/>
                <a:gd name="rtr" fmla="*/ 830400 w 949200"/>
                <a:gd name="rtb" fmla="*/ 173700 h 228000"/>
              </a:gdLst>
              <a:ahLst/>
              <a:cxnLst/>
              <a:rect l="rtl" t="rtt" r="rtr" b="rtb"/>
              <a:pathLst>
                <a:path w="949200" h="228000">
                  <a:moveTo>
                    <a:pt x="114000" y="0"/>
                  </a:moveTo>
                  <a:lnTo>
                    <a:pt x="835200" y="0"/>
                  </a:lnTo>
                  <a:cubicBezTo>
                    <a:pt x="898162" y="0"/>
                    <a:pt x="949200" y="51038"/>
                    <a:pt x="949200" y="114000"/>
                  </a:cubicBezTo>
                  <a:cubicBezTo>
                    <a:pt x="949200" y="176962"/>
                    <a:pt x="898162" y="228000"/>
                    <a:pt x="835200" y="228000"/>
                  </a:cubicBezTo>
                  <a:lnTo>
                    <a:pt x="114000" y="228000"/>
                  </a:lnTo>
                  <a:cubicBezTo>
                    <a:pt x="51038" y="228000"/>
                    <a:pt x="0" y="176962"/>
                    <a:pt x="0" y="114000"/>
                  </a:cubicBezTo>
                  <a:cubicBezTo>
                    <a:pt x="0" y="51038"/>
                    <a:pt x="51038" y="0"/>
                    <a:pt x="114000" y="0"/>
                  </a:cubicBezTo>
                  <a:close/>
                </a:path>
              </a:pathLst>
            </a:custGeom>
            <a:solidFill>
              <a:srgbClr val="303030"/>
            </a:solidFill>
            <a:ln w="12000" cap="rnd">
              <a:solidFill>
                <a:srgbClr val="FFFFFF"/>
              </a:solidFill>
              <a:round/>
            </a:ln>
          </p:spPr>
          <p:txBody>
            <a:bodyPr wrap="none" lIns="0" tIns="0" rIns="0" bIns="11000" rtlCol="0" anchor="ctr"/>
            <a:lstStyle/>
            <a:p>
              <a:pPr algn="ctr">
                <a:lnSpc>
                  <a:spcPct val="100000"/>
                </a:lnSpc>
              </a:pPr>
              <a:r>
                <a:rPr sz="720" b="1">
                  <a:solidFill>
                    <a:srgbClr val="FFFFFF"/>
                  </a:solidFill>
                  <a:latin typeface="微软雅黑"/>
                </a:rPr>
                <a:t>CPU处于实模式</a:t>
              </a:r>
            </a:p>
          </p:txBody>
        </p:sp>
        <p:sp>
          <p:nvSpPr>
            <p:cNvPr id="114" name="SubTopic"/>
            <p:cNvSpPr/>
            <p:nvPr/>
          </p:nvSpPr>
          <p:spPr>
            <a:xfrm>
              <a:off x="3646076" y="1009580"/>
              <a:ext cx="3096000" cy="240000"/>
            </a:xfrm>
            <a:custGeom>
              <a:avLst/>
              <a:gdLst>
                <a:gd name="rtl" fmla="*/ 52800 w 3096000"/>
                <a:gd name="rtt" fmla="*/ 17700 h 240000"/>
                <a:gd name="rtr" fmla="*/ 3052800 w 3096000"/>
                <a:gd name="rtb" fmla="*/ 227700 h 240000"/>
              </a:gdLst>
              <a:ahLst/>
              <a:cxnLst/>
              <a:rect l="rtl" t="rtt" r="rtr" b="rtb"/>
              <a:pathLst>
                <a:path w="3096000" h="240000" stroke="0">
                  <a:moveTo>
                    <a:pt x="0" y="0"/>
                  </a:moveTo>
                  <a:lnTo>
                    <a:pt x="3096000" y="0"/>
                  </a:lnTo>
                  <a:lnTo>
                    <a:pt x="3096000" y="240000"/>
                  </a:lnTo>
                  <a:lnTo>
                    <a:pt x="0" y="2400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12000" cap="rnd">
              <a:solidFill>
                <a:srgbClr val="000000"/>
              </a:solidFill>
              <a:round/>
            </a:ln>
          </p:spPr>
          <p:txBody>
            <a:bodyPr wrap="square" lIns="0" tIns="0" rIns="0" bIns="11000" rtlCol="0" anchor="ctr"/>
            <a:lstStyle/>
            <a:p>
              <a:pPr algn="ctr">
                <a:lnSpc>
                  <a:spcPct val="100000"/>
                </a:lnSpc>
              </a:pPr>
              <a:r>
                <a:rPr sz="600" dirty="0">
                  <a:solidFill>
                    <a:srgbClr val="454545"/>
                  </a:solidFill>
                  <a:latin typeface="微软雅黑"/>
                </a:rPr>
                <a:t>80386加电启动后处于实模式运行状态，此状态下软件可访问的物理内存空间不超过1MB，且无法发挥intel80386以上级别的32位CPU的4GB内存管理能力</a:t>
              </a:r>
            </a:p>
          </p:txBody>
        </p:sp>
        <p:sp>
          <p:nvSpPr>
            <p:cNvPr id="116" name="SubTopic"/>
            <p:cNvSpPr/>
            <p:nvPr/>
          </p:nvSpPr>
          <p:spPr>
            <a:xfrm>
              <a:off x="3646076" y="1288580"/>
              <a:ext cx="1554000" cy="135000"/>
            </a:xfrm>
            <a:custGeom>
              <a:avLst/>
              <a:gdLst>
                <a:gd name="rtl" fmla="*/ 52800 w 1554000"/>
                <a:gd name="rtt" fmla="*/ 17700 h 135000"/>
                <a:gd name="rtr" fmla="*/ 1510800 w 1554000"/>
                <a:gd name="rtb" fmla="*/ 122700 h 135000"/>
              </a:gdLst>
              <a:ahLst/>
              <a:cxnLst/>
              <a:rect l="rtl" t="rtt" r="rtr" b="rtb"/>
              <a:pathLst>
                <a:path w="1554000" h="135000" stroke="0">
                  <a:moveTo>
                    <a:pt x="0" y="0"/>
                  </a:moveTo>
                  <a:lnTo>
                    <a:pt x="1554000" y="0"/>
                  </a:lnTo>
                  <a:lnTo>
                    <a:pt x="1554000" y="135000"/>
                  </a:lnTo>
                  <a:lnTo>
                    <a:pt x="0" y="1350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12000" cap="rnd">
              <a:solidFill>
                <a:srgbClr val="000000"/>
              </a:solidFill>
              <a:round/>
            </a:ln>
          </p:spPr>
          <p:txBody>
            <a:bodyPr wrap="none" lIns="0" tIns="0" rIns="0" bIns="11000" rtlCol="0" anchor="ctr"/>
            <a:lstStyle/>
            <a:p>
              <a:pPr algn="ctr">
                <a:lnSpc>
                  <a:spcPct val="100000"/>
                </a:lnSpc>
              </a:pPr>
              <a:r>
                <a:rPr sz="600" dirty="0">
                  <a:solidFill>
                    <a:srgbClr val="454545"/>
                  </a:solidFill>
                  <a:latin typeface="微软雅黑"/>
                </a:rPr>
                <a:t>实模式的寻址CS：IP（CS左移4位+IP）</a:t>
              </a:r>
            </a:p>
          </p:txBody>
        </p:sp>
        <p:sp>
          <p:nvSpPr>
            <p:cNvPr id="118" name="Floating"/>
            <p:cNvSpPr/>
            <p:nvPr/>
          </p:nvSpPr>
          <p:spPr>
            <a:xfrm>
              <a:off x="4115266" y="2052830"/>
              <a:ext cx="3210000" cy="642000"/>
            </a:xfrm>
            <a:custGeom>
              <a:avLst/>
              <a:gdLst>
                <a:gd name="rtl" fmla="*/ 106800 w 3210000"/>
                <a:gd name="rtt" fmla="*/ 47700 h 642000"/>
                <a:gd name="rtr" fmla="*/ 3106800 w 3210000"/>
                <a:gd name="rtb" fmla="*/ 587700 h 642000"/>
              </a:gdLst>
              <a:ahLst/>
              <a:cxnLst/>
              <a:rect l="rtl" t="rtt" r="rtr" b="rtb"/>
              <a:pathLst>
                <a:path w="3210000" h="642000">
                  <a:moveTo>
                    <a:pt x="24000" y="0"/>
                  </a:moveTo>
                  <a:lnTo>
                    <a:pt x="3186000" y="0"/>
                  </a:lnTo>
                  <a:cubicBezTo>
                    <a:pt x="3202128" y="0"/>
                    <a:pt x="3210000" y="7872"/>
                    <a:pt x="3210000" y="24000"/>
                  </a:cubicBezTo>
                  <a:lnTo>
                    <a:pt x="3210000" y="618000"/>
                  </a:lnTo>
                  <a:cubicBezTo>
                    <a:pt x="3210000" y="634128"/>
                    <a:pt x="3202128" y="642000"/>
                    <a:pt x="3186000" y="642000"/>
                  </a:cubicBezTo>
                  <a:lnTo>
                    <a:pt x="24000" y="642000"/>
                  </a:lnTo>
                  <a:cubicBezTo>
                    <a:pt x="7872" y="642000"/>
                    <a:pt x="0" y="634128"/>
                    <a:pt x="0" y="618000"/>
                  </a:cubicBezTo>
                  <a:lnTo>
                    <a:pt x="0" y="24000"/>
                  </a:lnTo>
                  <a:cubicBezTo>
                    <a:pt x="0" y="7872"/>
                    <a:pt x="7872" y="0"/>
                    <a:pt x="24000" y="0"/>
                  </a:cubicBezTo>
                  <a:close/>
                </a:path>
              </a:pathLst>
            </a:custGeom>
            <a:solidFill>
              <a:srgbClr val="FFB0CE"/>
            </a:solidFill>
            <a:ln w="12000" cap="rnd">
              <a:noFill/>
              <a:round/>
            </a:ln>
          </p:spPr>
          <p:txBody>
            <a:bodyPr wrap="square" lIns="0" tIns="0" rIns="0" bIns="11000" rtlCol="0" anchor="ctr"/>
            <a:lstStyle/>
            <a:p>
              <a:pPr algn="l"/>
              <a:r>
                <a:rPr sz="540">
                  <a:solidFill>
                    <a:srgbClr val="000000"/>
                  </a:solidFill>
                  <a:latin typeface="Arial"/>
                </a:rPr>
                <a:t>CS：“Code segment”，即代码段寄存器，对应于内存中的存放代码的内存区域，用来存放内存代码段区域的入口地址（段基址)</a:t>
              </a:r>
            </a:p>
            <a:p>
              <a:pPr algn="l"/>
              <a:r>
                <a:rPr sz="540">
                  <a:solidFill>
                    <a:srgbClr val="000000"/>
                  </a:solidFill>
                  <a:latin typeface="Arial"/>
                </a:rPr>
                <a:t>CPU在执行指令时，通过代码寄存器CS和指令指针寄存器IP（instruction Pointer）来确定要执行的下一条指令的内存地址。PC起始跟CS:IP是一回事儿。</a:t>
              </a:r>
            </a:p>
          </p:txBody>
        </p:sp>
        <p:sp>
          <p:nvSpPr>
            <p:cNvPr id="124" name="SubTopic"/>
            <p:cNvSpPr/>
            <p:nvPr/>
          </p:nvSpPr>
          <p:spPr>
            <a:xfrm>
              <a:off x="3646076" y="1462580"/>
              <a:ext cx="1038000" cy="135000"/>
            </a:xfrm>
            <a:custGeom>
              <a:avLst/>
              <a:gdLst>
                <a:gd name="rtl" fmla="*/ 52800 w 1038000"/>
                <a:gd name="rtt" fmla="*/ 17700 h 135000"/>
                <a:gd name="rtr" fmla="*/ 994800 w 1038000"/>
                <a:gd name="rtb" fmla="*/ 122700 h 135000"/>
              </a:gdLst>
              <a:ahLst/>
              <a:cxnLst/>
              <a:rect l="rtl" t="rtt" r="rtr" b="rtb"/>
              <a:pathLst>
                <a:path w="1038000" h="135000" stroke="0">
                  <a:moveTo>
                    <a:pt x="0" y="0"/>
                  </a:moveTo>
                  <a:lnTo>
                    <a:pt x="1038000" y="0"/>
                  </a:lnTo>
                  <a:lnTo>
                    <a:pt x="1038000" y="135000"/>
                  </a:lnTo>
                  <a:lnTo>
                    <a:pt x="0" y="1350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12000" cap="rnd">
              <a:solidFill>
                <a:srgbClr val="000000"/>
              </a:solidFill>
              <a:round/>
            </a:ln>
          </p:spPr>
          <p:txBody>
            <a:bodyPr wrap="none" lIns="0" tIns="0" rIns="0" bIns="11000" rtlCol="0" anchor="ctr"/>
            <a:lstStyle/>
            <a:p>
              <a:pPr algn="ctr">
                <a:lnSpc>
                  <a:spcPct val="100000"/>
                </a:lnSpc>
              </a:pPr>
              <a:r>
                <a:rPr sz="600">
                  <a:solidFill>
                    <a:srgbClr val="454545"/>
                  </a:solidFill>
                  <a:latin typeface="微软雅黑"/>
                </a:rPr>
                <a:t>CS=0xFFFF；IP=0x0000</a:t>
              </a:r>
            </a:p>
          </p:txBody>
        </p:sp>
        <p:sp>
          <p:nvSpPr>
            <p:cNvPr id="132" name="Floating"/>
            <p:cNvSpPr/>
            <p:nvPr/>
          </p:nvSpPr>
          <p:spPr>
            <a:xfrm>
              <a:off x="2031473" y="1739330"/>
              <a:ext cx="1881000" cy="210000"/>
            </a:xfrm>
            <a:custGeom>
              <a:avLst/>
              <a:gdLst>
                <a:gd name="rtl" fmla="*/ 106800 w 1881000"/>
                <a:gd name="rtt" fmla="*/ 47700 h 210000"/>
                <a:gd name="rtr" fmla="*/ 1777800 w 1881000"/>
                <a:gd name="rtb" fmla="*/ 155700 h 210000"/>
              </a:gdLst>
              <a:ahLst/>
              <a:cxnLst/>
              <a:rect l="rtl" t="rtt" r="rtr" b="rtb"/>
              <a:pathLst>
                <a:path w="1881000" h="210000">
                  <a:moveTo>
                    <a:pt x="24000" y="0"/>
                  </a:moveTo>
                  <a:lnTo>
                    <a:pt x="1857000" y="0"/>
                  </a:lnTo>
                  <a:cubicBezTo>
                    <a:pt x="1873128" y="0"/>
                    <a:pt x="1881000" y="7872"/>
                    <a:pt x="1881000" y="24000"/>
                  </a:cubicBezTo>
                  <a:lnTo>
                    <a:pt x="1881000" y="186000"/>
                  </a:lnTo>
                  <a:cubicBezTo>
                    <a:pt x="1881000" y="202128"/>
                    <a:pt x="1873128" y="210000"/>
                    <a:pt x="1857000" y="210000"/>
                  </a:cubicBezTo>
                  <a:lnTo>
                    <a:pt x="24000" y="210000"/>
                  </a:lnTo>
                  <a:cubicBezTo>
                    <a:pt x="7872" y="210000"/>
                    <a:pt x="0" y="202128"/>
                    <a:pt x="0" y="186000"/>
                  </a:cubicBezTo>
                  <a:lnTo>
                    <a:pt x="0" y="24000"/>
                  </a:lnTo>
                  <a:cubicBezTo>
                    <a:pt x="0" y="7872"/>
                    <a:pt x="7872" y="0"/>
                    <a:pt x="24000" y="0"/>
                  </a:cubicBezTo>
                  <a:close/>
                </a:path>
              </a:pathLst>
            </a:custGeom>
            <a:solidFill>
              <a:srgbClr val="303030"/>
            </a:solidFill>
            <a:ln w="12000" cap="rnd">
              <a:noFill/>
              <a:round/>
            </a:ln>
          </p:spPr>
          <p:txBody>
            <a:bodyPr wrap="none" lIns="0" tIns="0" rIns="0" bIns="11000" rtlCol="0" anchor="ctr"/>
            <a:lstStyle/>
            <a:p>
              <a:pPr algn="ctr">
                <a:lnSpc>
                  <a:spcPct val="100000"/>
                </a:lnSpc>
              </a:pPr>
              <a:r>
                <a:rPr sz="600" b="1">
                  <a:solidFill>
                    <a:srgbClr val="FFFFFF"/>
                  </a:solidFill>
                  <a:latin typeface="微软雅黑"/>
                </a:rPr>
                <a:t>寻址0xFFFF0（内存中的ROM BIOS映射区）</a:t>
              </a:r>
            </a:p>
          </p:txBody>
        </p:sp>
        <p:sp>
          <p:nvSpPr>
            <p:cNvPr id="134" name="SubTopic"/>
            <p:cNvSpPr/>
            <p:nvPr/>
          </p:nvSpPr>
          <p:spPr>
            <a:xfrm>
              <a:off x="4171673" y="1776830"/>
              <a:ext cx="1155000" cy="135000"/>
            </a:xfrm>
            <a:custGeom>
              <a:avLst/>
              <a:gdLst>
                <a:gd name="rtl" fmla="*/ 52800 w 1155000"/>
                <a:gd name="rtt" fmla="*/ 17700 h 135000"/>
                <a:gd name="rtr" fmla="*/ 1111800 w 1155000"/>
                <a:gd name="rtb" fmla="*/ 122700 h 135000"/>
              </a:gdLst>
              <a:ahLst/>
              <a:cxnLst/>
              <a:rect l="rtl" t="rtt" r="rtr" b="rtb"/>
              <a:pathLst>
                <a:path w="1155000" h="135000" stroke="0">
                  <a:moveTo>
                    <a:pt x="0" y="0"/>
                  </a:moveTo>
                  <a:lnTo>
                    <a:pt x="1155000" y="0"/>
                  </a:lnTo>
                  <a:lnTo>
                    <a:pt x="1155000" y="135000"/>
                  </a:lnTo>
                  <a:lnTo>
                    <a:pt x="0" y="1350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12000" cap="rnd">
              <a:solidFill>
                <a:srgbClr val="FF45A2"/>
              </a:solidFill>
              <a:round/>
            </a:ln>
          </p:spPr>
          <p:txBody>
            <a:bodyPr wrap="none" lIns="0" tIns="0" rIns="0" bIns="11000" rtlCol="0" anchor="ctr"/>
            <a:lstStyle/>
            <a:p>
              <a:pPr algn="ctr">
                <a:lnSpc>
                  <a:spcPct val="100000"/>
                </a:lnSpc>
              </a:pPr>
              <a:r>
                <a:rPr sz="600">
                  <a:solidFill>
                    <a:srgbClr val="454545"/>
                  </a:solidFill>
                  <a:latin typeface="微软雅黑"/>
                </a:rPr>
                <a:t>代码cpu才能从内存取址执行</a:t>
              </a:r>
            </a:p>
          </p:txBody>
        </p:sp>
        <p:sp>
          <p:nvSpPr>
            <p:cNvPr id="138" name="Floating"/>
            <p:cNvSpPr/>
            <p:nvPr/>
          </p:nvSpPr>
          <p:spPr>
            <a:xfrm>
              <a:off x="2187473" y="2181830"/>
              <a:ext cx="1569000" cy="210000"/>
            </a:xfrm>
            <a:custGeom>
              <a:avLst/>
              <a:gdLst>
                <a:gd name="rtl" fmla="*/ 106800 w 1569000"/>
                <a:gd name="rtt" fmla="*/ 47700 h 210000"/>
                <a:gd name="rtr" fmla="*/ 1465800 w 1569000"/>
                <a:gd name="rtb" fmla="*/ 155700 h 210000"/>
              </a:gdLst>
              <a:ahLst/>
              <a:cxnLst/>
              <a:rect l="rtl" t="rtt" r="rtr" b="rtb"/>
              <a:pathLst>
                <a:path w="1569000" h="210000">
                  <a:moveTo>
                    <a:pt x="24000" y="0"/>
                  </a:moveTo>
                  <a:lnTo>
                    <a:pt x="1545000" y="0"/>
                  </a:lnTo>
                  <a:cubicBezTo>
                    <a:pt x="1561128" y="0"/>
                    <a:pt x="1569000" y="7872"/>
                    <a:pt x="1569000" y="24000"/>
                  </a:cubicBezTo>
                  <a:lnTo>
                    <a:pt x="1569000" y="186000"/>
                  </a:lnTo>
                  <a:cubicBezTo>
                    <a:pt x="1569000" y="202128"/>
                    <a:pt x="1561128" y="210000"/>
                    <a:pt x="1545000" y="210000"/>
                  </a:cubicBezTo>
                  <a:lnTo>
                    <a:pt x="24000" y="210000"/>
                  </a:lnTo>
                  <a:cubicBezTo>
                    <a:pt x="7872" y="210000"/>
                    <a:pt x="0" y="202128"/>
                    <a:pt x="0" y="186000"/>
                  </a:cubicBezTo>
                  <a:lnTo>
                    <a:pt x="0" y="24000"/>
                  </a:lnTo>
                  <a:cubicBezTo>
                    <a:pt x="0" y="7872"/>
                    <a:pt x="7872" y="0"/>
                    <a:pt x="24000" y="0"/>
                  </a:cubicBezTo>
                  <a:close/>
                </a:path>
              </a:pathLst>
            </a:custGeom>
            <a:solidFill>
              <a:srgbClr val="303030"/>
            </a:solidFill>
            <a:ln w="12000" cap="rnd">
              <a:noFill/>
              <a:round/>
            </a:ln>
          </p:spPr>
          <p:txBody>
            <a:bodyPr wrap="none" lIns="0" tIns="0" rIns="0" bIns="11000" rtlCol="0" anchor="ctr"/>
            <a:lstStyle/>
            <a:p>
              <a:pPr algn="ctr">
                <a:lnSpc>
                  <a:spcPct val="100000"/>
                </a:lnSpc>
              </a:pPr>
              <a:r>
                <a:rPr sz="600" b="1">
                  <a:solidFill>
                    <a:srgbClr val="FFFFFF"/>
                  </a:solidFill>
                  <a:latin typeface="微软雅黑"/>
                </a:rPr>
                <a:t>检查RAM，键盘，显示器，软硬磁盘</a:t>
              </a:r>
            </a:p>
          </p:txBody>
        </p:sp>
        <p:sp>
          <p:nvSpPr>
            <p:cNvPr id="140" name="Floating"/>
            <p:cNvSpPr/>
            <p:nvPr/>
          </p:nvSpPr>
          <p:spPr>
            <a:xfrm>
              <a:off x="1825973" y="2792330"/>
              <a:ext cx="2292000" cy="210000"/>
            </a:xfrm>
            <a:custGeom>
              <a:avLst/>
              <a:gdLst>
                <a:gd name="rtl" fmla="*/ 106800 w 2292000"/>
                <a:gd name="rtt" fmla="*/ 47700 h 210000"/>
                <a:gd name="rtr" fmla="*/ 2188800 w 2292000"/>
                <a:gd name="rtb" fmla="*/ 155700 h 210000"/>
              </a:gdLst>
              <a:ahLst/>
              <a:cxnLst/>
              <a:rect l="rtl" t="rtt" r="rtr" b="rtb"/>
              <a:pathLst>
                <a:path w="2292000" h="210000">
                  <a:moveTo>
                    <a:pt x="24000" y="0"/>
                  </a:moveTo>
                  <a:lnTo>
                    <a:pt x="2268000" y="0"/>
                  </a:lnTo>
                  <a:cubicBezTo>
                    <a:pt x="2284128" y="0"/>
                    <a:pt x="2292000" y="7872"/>
                    <a:pt x="2292000" y="24000"/>
                  </a:cubicBezTo>
                  <a:lnTo>
                    <a:pt x="2292000" y="186000"/>
                  </a:lnTo>
                  <a:cubicBezTo>
                    <a:pt x="2292000" y="202128"/>
                    <a:pt x="2284128" y="210000"/>
                    <a:pt x="2268000" y="210000"/>
                  </a:cubicBezTo>
                  <a:lnTo>
                    <a:pt x="24000" y="210000"/>
                  </a:lnTo>
                  <a:cubicBezTo>
                    <a:pt x="7872" y="210000"/>
                    <a:pt x="0" y="202128"/>
                    <a:pt x="0" y="186000"/>
                  </a:cubicBezTo>
                  <a:lnTo>
                    <a:pt x="0" y="24000"/>
                  </a:lnTo>
                  <a:cubicBezTo>
                    <a:pt x="0" y="7872"/>
                    <a:pt x="7872" y="0"/>
                    <a:pt x="24000" y="0"/>
                  </a:cubicBezTo>
                  <a:close/>
                </a:path>
              </a:pathLst>
            </a:custGeom>
            <a:solidFill>
              <a:srgbClr val="303030"/>
            </a:solidFill>
            <a:ln w="12000" cap="rnd">
              <a:noFill/>
              <a:round/>
            </a:ln>
          </p:spPr>
          <p:txBody>
            <a:bodyPr wrap="none" lIns="0" tIns="0" rIns="0" bIns="11000" rtlCol="0" anchor="ctr"/>
            <a:lstStyle/>
            <a:p>
              <a:pPr algn="ctr">
                <a:lnSpc>
                  <a:spcPct val="100000"/>
                </a:lnSpc>
              </a:pPr>
              <a:r>
                <a:rPr sz="600" b="1">
                  <a:solidFill>
                    <a:srgbClr val="FFFFFF"/>
                  </a:solidFill>
                  <a:latin typeface="微软雅黑"/>
                </a:rPr>
                <a:t>将磁盘 0磁道0扇区(OS的引导扇区)读入内存的0x7c00处</a:t>
              </a:r>
            </a:p>
          </p:txBody>
        </p:sp>
        <p:sp>
          <p:nvSpPr>
            <p:cNvPr id="142" name="Floating"/>
            <p:cNvSpPr/>
            <p:nvPr/>
          </p:nvSpPr>
          <p:spPr>
            <a:xfrm>
              <a:off x="2308973" y="3279830"/>
              <a:ext cx="1326000" cy="210000"/>
            </a:xfrm>
            <a:custGeom>
              <a:avLst/>
              <a:gdLst>
                <a:gd name="rtl" fmla="*/ 106800 w 1326000"/>
                <a:gd name="rtt" fmla="*/ 47700 h 210000"/>
                <a:gd name="rtr" fmla="*/ 1222800 w 1326000"/>
                <a:gd name="rtb" fmla="*/ 155700 h 210000"/>
              </a:gdLst>
              <a:ahLst/>
              <a:cxnLst/>
              <a:rect l="rtl" t="rtt" r="rtr" b="rtb"/>
              <a:pathLst>
                <a:path w="1326000" h="210000">
                  <a:moveTo>
                    <a:pt x="24000" y="0"/>
                  </a:moveTo>
                  <a:lnTo>
                    <a:pt x="1302000" y="0"/>
                  </a:lnTo>
                  <a:cubicBezTo>
                    <a:pt x="1318128" y="0"/>
                    <a:pt x="1326000" y="7872"/>
                    <a:pt x="1326000" y="24000"/>
                  </a:cubicBezTo>
                  <a:lnTo>
                    <a:pt x="1326000" y="186000"/>
                  </a:lnTo>
                  <a:cubicBezTo>
                    <a:pt x="1326000" y="202128"/>
                    <a:pt x="1318128" y="210000"/>
                    <a:pt x="1302000" y="210000"/>
                  </a:cubicBezTo>
                  <a:lnTo>
                    <a:pt x="24000" y="210000"/>
                  </a:lnTo>
                  <a:cubicBezTo>
                    <a:pt x="7872" y="210000"/>
                    <a:pt x="0" y="202128"/>
                    <a:pt x="0" y="186000"/>
                  </a:cubicBezTo>
                  <a:lnTo>
                    <a:pt x="0" y="24000"/>
                  </a:lnTo>
                  <a:cubicBezTo>
                    <a:pt x="0" y="7872"/>
                    <a:pt x="7872" y="0"/>
                    <a:pt x="24000" y="0"/>
                  </a:cubicBezTo>
                  <a:close/>
                </a:path>
              </a:pathLst>
            </a:custGeom>
            <a:solidFill>
              <a:srgbClr val="303030"/>
            </a:solidFill>
            <a:ln w="12000" cap="rnd">
              <a:noFill/>
              <a:round/>
            </a:ln>
          </p:spPr>
          <p:txBody>
            <a:bodyPr wrap="none" lIns="0" tIns="0" rIns="0" bIns="11000" rtlCol="0" anchor="ctr"/>
            <a:lstStyle/>
            <a:p>
              <a:pPr algn="ctr">
                <a:lnSpc>
                  <a:spcPct val="100000"/>
                </a:lnSpc>
              </a:pPr>
              <a:r>
                <a:rPr sz="600" b="1">
                  <a:solidFill>
                    <a:srgbClr val="FFFFFF"/>
                  </a:solidFill>
                  <a:latin typeface="微软雅黑"/>
                </a:rPr>
                <a:t>设置CS=0x07c0,IP=0x0000</a:t>
              </a:r>
            </a:p>
          </p:txBody>
        </p:sp>
        <p:sp>
          <p:nvSpPr>
            <p:cNvPr id="144" name="SubTopic"/>
            <p:cNvSpPr/>
            <p:nvPr/>
          </p:nvSpPr>
          <p:spPr>
            <a:xfrm>
              <a:off x="4377173" y="2829830"/>
              <a:ext cx="2241000" cy="135000"/>
            </a:xfrm>
            <a:custGeom>
              <a:avLst/>
              <a:gdLst>
                <a:gd name="rtl" fmla="*/ 52800 w 2241000"/>
                <a:gd name="rtt" fmla="*/ 17700 h 135000"/>
                <a:gd name="rtr" fmla="*/ 2197800 w 2241000"/>
                <a:gd name="rtb" fmla="*/ 122700 h 135000"/>
              </a:gdLst>
              <a:ahLst/>
              <a:cxnLst/>
              <a:rect l="rtl" t="rtt" r="rtr" b="rtb"/>
              <a:pathLst>
                <a:path w="2241000" h="135000" stroke="0">
                  <a:moveTo>
                    <a:pt x="0" y="0"/>
                  </a:moveTo>
                  <a:lnTo>
                    <a:pt x="2241000" y="0"/>
                  </a:lnTo>
                  <a:lnTo>
                    <a:pt x="2241000" y="135000"/>
                  </a:lnTo>
                  <a:lnTo>
                    <a:pt x="0" y="1350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12000" cap="rnd">
              <a:solidFill>
                <a:srgbClr val="FF45A2"/>
              </a:solidFill>
              <a:round/>
            </a:ln>
          </p:spPr>
          <p:txBody>
            <a:bodyPr wrap="none" lIns="0" tIns="0" rIns="0" bIns="11000" rtlCol="0" anchor="ctr"/>
            <a:lstStyle/>
            <a:p>
              <a:pPr algn="ctr">
                <a:lnSpc>
                  <a:spcPct val="100000"/>
                </a:lnSpc>
              </a:pPr>
              <a:r>
                <a:rPr sz="600">
                  <a:solidFill>
                    <a:srgbClr val="454545"/>
                  </a:solidFill>
                  <a:latin typeface="微软雅黑"/>
                </a:rPr>
                <a:t>0x7c00存放的代码就是从磁盘引导扇区读入的那512个字节</a:t>
              </a:r>
            </a:p>
          </p:txBody>
        </p:sp>
        <p:sp>
          <p:nvSpPr>
            <p:cNvPr id="148" name="Floating"/>
            <p:cNvSpPr/>
            <p:nvPr/>
          </p:nvSpPr>
          <p:spPr>
            <a:xfrm>
              <a:off x="2401973" y="3767330"/>
              <a:ext cx="1140000" cy="210000"/>
            </a:xfrm>
            <a:custGeom>
              <a:avLst/>
              <a:gdLst>
                <a:gd name="rtl" fmla="*/ 106800 w 1140000"/>
                <a:gd name="rtt" fmla="*/ 47700 h 210000"/>
                <a:gd name="rtr" fmla="*/ 1036800 w 1140000"/>
                <a:gd name="rtb" fmla="*/ 155700 h 210000"/>
              </a:gdLst>
              <a:ahLst/>
              <a:cxnLst/>
              <a:rect l="rtl" t="rtt" r="rtr" b="rtb"/>
              <a:pathLst>
                <a:path w="1140000" h="210000">
                  <a:moveTo>
                    <a:pt x="24000" y="0"/>
                  </a:moveTo>
                  <a:lnTo>
                    <a:pt x="1116000" y="0"/>
                  </a:lnTo>
                  <a:cubicBezTo>
                    <a:pt x="1132128" y="0"/>
                    <a:pt x="1140000" y="7872"/>
                    <a:pt x="1140000" y="24000"/>
                  </a:cubicBezTo>
                  <a:lnTo>
                    <a:pt x="1140000" y="186000"/>
                  </a:lnTo>
                  <a:cubicBezTo>
                    <a:pt x="1140000" y="202128"/>
                    <a:pt x="1132128" y="210000"/>
                    <a:pt x="1116000" y="210000"/>
                  </a:cubicBezTo>
                  <a:lnTo>
                    <a:pt x="24000" y="210000"/>
                  </a:lnTo>
                  <a:cubicBezTo>
                    <a:pt x="7872" y="210000"/>
                    <a:pt x="0" y="202128"/>
                    <a:pt x="0" y="186000"/>
                  </a:cubicBezTo>
                  <a:lnTo>
                    <a:pt x="0" y="24000"/>
                  </a:lnTo>
                  <a:cubicBezTo>
                    <a:pt x="0" y="7872"/>
                    <a:pt x="7872" y="0"/>
                    <a:pt x="24000" y="0"/>
                  </a:cubicBezTo>
                  <a:close/>
                </a:path>
              </a:pathLst>
            </a:custGeom>
            <a:solidFill>
              <a:srgbClr val="303030"/>
            </a:solidFill>
            <a:ln w="12000" cap="rnd">
              <a:noFill/>
              <a:round/>
            </a:ln>
          </p:spPr>
          <p:txBody>
            <a:bodyPr wrap="none" lIns="0" tIns="0" rIns="0" bIns="11000" rtlCol="0" anchor="ctr"/>
            <a:lstStyle/>
            <a:p>
              <a:pPr algn="ctr">
                <a:lnSpc>
                  <a:spcPct val="100000"/>
                </a:lnSpc>
              </a:pPr>
              <a:r>
                <a:rPr sz="600" b="1">
                  <a:solidFill>
                    <a:srgbClr val="FFFFFF"/>
                  </a:solidFill>
                  <a:latin typeface="微软雅黑"/>
                </a:rPr>
                <a:t>引导扇区代码bootsect.s</a:t>
              </a:r>
            </a:p>
          </p:txBody>
        </p:sp>
        <p:sp>
          <p:nvSpPr>
            <p:cNvPr id="152" name="Floating"/>
            <p:cNvSpPr/>
            <p:nvPr/>
          </p:nvSpPr>
          <p:spPr>
            <a:xfrm>
              <a:off x="4115266" y="3279830"/>
              <a:ext cx="3210000" cy="858000"/>
            </a:xfrm>
            <a:custGeom>
              <a:avLst/>
              <a:gdLst>
                <a:gd name="rtl" fmla="*/ 106800 w 3210000"/>
                <a:gd name="rtt" fmla="*/ 47700 h 858000"/>
                <a:gd name="rtr" fmla="*/ 3106800 w 3210000"/>
                <a:gd name="rtb" fmla="*/ 803700 h 858000"/>
              </a:gdLst>
              <a:ahLst/>
              <a:cxnLst/>
              <a:rect l="rtl" t="rtt" r="rtr" b="rtb"/>
              <a:pathLst>
                <a:path w="3210000" h="858000">
                  <a:moveTo>
                    <a:pt x="24000" y="0"/>
                  </a:moveTo>
                  <a:lnTo>
                    <a:pt x="3186000" y="0"/>
                  </a:lnTo>
                  <a:cubicBezTo>
                    <a:pt x="3202128" y="0"/>
                    <a:pt x="3210000" y="7872"/>
                    <a:pt x="3210000" y="24000"/>
                  </a:cubicBezTo>
                  <a:lnTo>
                    <a:pt x="3210000" y="834000"/>
                  </a:lnTo>
                  <a:cubicBezTo>
                    <a:pt x="3210000" y="850128"/>
                    <a:pt x="3202128" y="858000"/>
                    <a:pt x="3186000" y="858000"/>
                  </a:cubicBezTo>
                  <a:lnTo>
                    <a:pt x="24000" y="858000"/>
                  </a:lnTo>
                  <a:cubicBezTo>
                    <a:pt x="7872" y="858000"/>
                    <a:pt x="0" y="850128"/>
                    <a:pt x="0" y="834000"/>
                  </a:cubicBezTo>
                  <a:lnTo>
                    <a:pt x="0" y="24000"/>
                  </a:lnTo>
                  <a:cubicBezTo>
                    <a:pt x="0" y="7872"/>
                    <a:pt x="7872" y="0"/>
                    <a:pt x="24000" y="0"/>
                  </a:cubicBezTo>
                  <a:close/>
                </a:path>
              </a:pathLst>
            </a:custGeom>
            <a:solidFill>
              <a:srgbClr val="FFB0CE"/>
            </a:solidFill>
            <a:ln w="12000" cap="rnd">
              <a:noFill/>
              <a:round/>
            </a:ln>
          </p:spPr>
          <p:txBody>
            <a:bodyPr wrap="square" lIns="0" tIns="0" rIns="0" bIns="11000" rtlCol="0" anchor="ctr"/>
            <a:lstStyle/>
            <a:p>
              <a:pPr algn="l"/>
              <a:r>
                <a:rPr sz="540">
                  <a:solidFill>
                    <a:srgbClr val="000000"/>
                  </a:solidFill>
                  <a:latin typeface="Arial"/>
                </a:rPr>
                <a:t>段地址ds=7c0 es=9000</a:t>
              </a:r>
            </a:p>
            <a:p>
              <a:pPr algn="l"/>
              <a:r>
                <a:rPr sz="540">
                  <a:solidFill>
                    <a:srgbClr val="000000"/>
                  </a:solidFill>
                  <a:latin typeface="Arial"/>
                </a:rPr>
                <a:t>偏移地址si=di=0 二进制左移4位，十六进制左移1位</a:t>
              </a:r>
            </a:p>
            <a:p>
              <a:pPr algn="l"/>
              <a:r>
                <a:rPr sz="540">
                  <a:solidFill>
                    <a:srgbClr val="000000"/>
                  </a:solidFill>
                  <a:latin typeface="Arial"/>
                </a:rPr>
                <a:t>生成两个地址 原地址ds:si=7c00 目的地址 es:si=90000</a:t>
              </a:r>
            </a:p>
            <a:p>
              <a:pPr algn="l"/>
              <a:r>
                <a:rPr sz="540">
                  <a:solidFill>
                    <a:srgbClr val="000000"/>
                  </a:solidFill>
                  <a:latin typeface="Arial"/>
                </a:rPr>
                <a:t>rep movw rep 重复执行，直到cx = 0（movw 移动1 个字；） 移动256个字=512字节</a:t>
              </a:r>
            </a:p>
            <a:p>
              <a:pPr algn="l"/>
              <a:r>
                <a:rPr sz="540">
                  <a:solidFill>
                    <a:srgbClr val="000000"/>
                  </a:solidFill>
                  <a:latin typeface="Arial"/>
                </a:rPr>
                <a:t>jmpi 间接跳转</a:t>
              </a:r>
            </a:p>
          </p:txBody>
        </p:sp>
        <p:sp>
          <p:nvSpPr>
            <p:cNvPr id="2" name="Floating"/>
            <p:cNvSpPr/>
            <p:nvPr/>
          </p:nvSpPr>
          <p:spPr>
            <a:xfrm>
              <a:off x="2364473" y="4704830"/>
              <a:ext cx="1215000" cy="210000"/>
            </a:xfrm>
            <a:custGeom>
              <a:avLst/>
              <a:gdLst>
                <a:gd name="rtl" fmla="*/ 106800 w 1215000"/>
                <a:gd name="rtt" fmla="*/ 47700 h 210000"/>
                <a:gd name="rtr" fmla="*/ 1111800 w 1215000"/>
                <a:gd name="rtb" fmla="*/ 155700 h 210000"/>
              </a:gdLst>
              <a:ahLst/>
              <a:cxnLst/>
              <a:rect l="rtl" t="rtt" r="rtr" b="rtb"/>
              <a:pathLst>
                <a:path w="1215000" h="210000">
                  <a:moveTo>
                    <a:pt x="24000" y="0"/>
                  </a:moveTo>
                  <a:lnTo>
                    <a:pt x="1191000" y="0"/>
                  </a:lnTo>
                  <a:cubicBezTo>
                    <a:pt x="1207128" y="0"/>
                    <a:pt x="1215000" y="7872"/>
                    <a:pt x="1215000" y="24000"/>
                  </a:cubicBezTo>
                  <a:lnTo>
                    <a:pt x="1215000" y="186000"/>
                  </a:lnTo>
                  <a:cubicBezTo>
                    <a:pt x="1215000" y="202128"/>
                    <a:pt x="1207128" y="210000"/>
                    <a:pt x="1191000" y="210000"/>
                  </a:cubicBezTo>
                  <a:lnTo>
                    <a:pt x="24000" y="210000"/>
                  </a:lnTo>
                  <a:cubicBezTo>
                    <a:pt x="7872" y="210000"/>
                    <a:pt x="0" y="202128"/>
                    <a:pt x="0" y="186000"/>
                  </a:cubicBezTo>
                  <a:lnTo>
                    <a:pt x="0" y="24000"/>
                  </a:lnTo>
                  <a:cubicBezTo>
                    <a:pt x="0" y="7872"/>
                    <a:pt x="7872" y="0"/>
                    <a:pt x="24000" y="0"/>
                  </a:cubicBezTo>
                  <a:close/>
                </a:path>
              </a:pathLst>
            </a:custGeom>
            <a:solidFill>
              <a:srgbClr val="303030"/>
            </a:solidFill>
            <a:ln w="12000" cap="rnd">
              <a:noFill/>
              <a:round/>
            </a:ln>
          </p:spPr>
          <p:txBody>
            <a:bodyPr wrap="none" lIns="0" tIns="0" rIns="0" bIns="11000" rtlCol="0" anchor="ctr"/>
            <a:lstStyle/>
            <a:p>
              <a:pPr algn="ctr">
                <a:lnSpc>
                  <a:spcPct val="100000"/>
                </a:lnSpc>
              </a:pPr>
              <a:r>
                <a:rPr sz="600" b="1">
                  <a:solidFill>
                    <a:srgbClr val="FFFFFF"/>
                  </a:solidFill>
                  <a:latin typeface="微软雅黑"/>
                </a:rPr>
                <a:t>读入setup，打出开机logo</a:t>
              </a:r>
            </a:p>
          </p:txBody>
        </p:sp>
        <p:sp>
          <p:nvSpPr>
            <p:cNvPr id="156" name="SubTopic"/>
            <p:cNvSpPr/>
            <p:nvPr/>
          </p:nvSpPr>
          <p:spPr>
            <a:xfrm>
              <a:off x="3838673" y="4742330"/>
              <a:ext cx="930000" cy="135000"/>
            </a:xfrm>
            <a:custGeom>
              <a:avLst/>
              <a:gdLst>
                <a:gd name="rtl" fmla="*/ 52800 w 930000"/>
                <a:gd name="rtt" fmla="*/ 17700 h 135000"/>
                <a:gd name="rtr" fmla="*/ 886800 w 930000"/>
                <a:gd name="rtb" fmla="*/ 122700 h 135000"/>
              </a:gdLst>
              <a:ahLst/>
              <a:cxnLst/>
              <a:rect l="rtl" t="rtt" r="rtr" b="rtb"/>
              <a:pathLst>
                <a:path w="930000" h="135000" stroke="0">
                  <a:moveTo>
                    <a:pt x="0" y="0"/>
                  </a:moveTo>
                  <a:lnTo>
                    <a:pt x="930000" y="0"/>
                  </a:lnTo>
                  <a:lnTo>
                    <a:pt x="930000" y="135000"/>
                  </a:lnTo>
                  <a:lnTo>
                    <a:pt x="0" y="1350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12000" cap="rnd">
              <a:solidFill>
                <a:srgbClr val="FF45A2"/>
              </a:solidFill>
              <a:round/>
            </a:ln>
          </p:spPr>
          <p:txBody>
            <a:bodyPr wrap="none" lIns="0" tIns="0" rIns="0" bIns="11000" rtlCol="0" anchor="ctr"/>
            <a:lstStyle/>
            <a:p>
              <a:pPr algn="ctr">
                <a:lnSpc>
                  <a:spcPct val="100000"/>
                </a:lnSpc>
              </a:pPr>
              <a:r>
                <a:rPr sz="600">
                  <a:solidFill>
                    <a:srgbClr val="454545"/>
                  </a:solidFill>
                  <a:latin typeface="微软雅黑"/>
                </a:rPr>
                <a:t>告诉磁盘从哪里开始读</a:t>
              </a:r>
            </a:p>
          </p:txBody>
        </p:sp>
        <p:sp>
          <p:nvSpPr>
            <p:cNvPr id="158" name="Floating"/>
            <p:cNvSpPr/>
            <p:nvPr/>
          </p:nvSpPr>
          <p:spPr>
            <a:xfrm>
              <a:off x="2335973" y="5642330"/>
              <a:ext cx="1272000" cy="210000"/>
            </a:xfrm>
            <a:custGeom>
              <a:avLst/>
              <a:gdLst>
                <a:gd name="rtl" fmla="*/ 106800 w 1272000"/>
                <a:gd name="rtt" fmla="*/ 47700 h 210000"/>
                <a:gd name="rtr" fmla="*/ 1168800 w 1272000"/>
                <a:gd name="rtb" fmla="*/ 155700 h 210000"/>
              </a:gdLst>
              <a:ahLst/>
              <a:cxnLst/>
              <a:rect l="rtl" t="rtt" r="rtr" b="rtb"/>
              <a:pathLst>
                <a:path w="1272000" h="210000">
                  <a:moveTo>
                    <a:pt x="24000" y="0"/>
                  </a:moveTo>
                  <a:lnTo>
                    <a:pt x="1248000" y="0"/>
                  </a:lnTo>
                  <a:cubicBezTo>
                    <a:pt x="1264128" y="0"/>
                    <a:pt x="1272000" y="7872"/>
                    <a:pt x="1272000" y="24000"/>
                  </a:cubicBezTo>
                  <a:lnTo>
                    <a:pt x="1272000" y="186000"/>
                  </a:lnTo>
                  <a:cubicBezTo>
                    <a:pt x="1272000" y="202128"/>
                    <a:pt x="1264128" y="210000"/>
                    <a:pt x="1248000" y="210000"/>
                  </a:cubicBezTo>
                  <a:lnTo>
                    <a:pt x="24000" y="210000"/>
                  </a:lnTo>
                  <a:cubicBezTo>
                    <a:pt x="7872" y="210000"/>
                    <a:pt x="0" y="202128"/>
                    <a:pt x="0" y="186000"/>
                  </a:cubicBezTo>
                  <a:lnTo>
                    <a:pt x="0" y="24000"/>
                  </a:lnTo>
                  <a:cubicBezTo>
                    <a:pt x="0" y="7872"/>
                    <a:pt x="7872" y="0"/>
                    <a:pt x="24000" y="0"/>
                  </a:cubicBezTo>
                  <a:close/>
                </a:path>
              </a:pathLst>
            </a:custGeom>
            <a:solidFill>
              <a:srgbClr val="303030"/>
            </a:solidFill>
            <a:ln w="12000" cap="rnd">
              <a:noFill/>
              <a:round/>
            </a:ln>
          </p:spPr>
          <p:txBody>
            <a:bodyPr wrap="none" lIns="0" tIns="0" rIns="0" bIns="11000" rtlCol="0" anchor="ctr"/>
            <a:lstStyle/>
            <a:p>
              <a:pPr algn="ctr">
                <a:lnSpc>
                  <a:spcPct val="100000"/>
                </a:lnSpc>
              </a:pPr>
              <a:r>
                <a:rPr sz="600" b="1">
                  <a:solidFill>
                    <a:srgbClr val="FFFFFF"/>
                  </a:solidFill>
                  <a:latin typeface="微软雅黑"/>
                </a:rPr>
                <a:t>调用13号中断，读入system</a:t>
              </a:r>
            </a:p>
          </p:txBody>
        </p:sp>
        <p:sp>
          <p:nvSpPr>
            <p:cNvPr id="160" name="Floating"/>
            <p:cNvSpPr/>
            <p:nvPr/>
          </p:nvSpPr>
          <p:spPr>
            <a:xfrm>
              <a:off x="2497973" y="6921830"/>
              <a:ext cx="948000" cy="210000"/>
            </a:xfrm>
            <a:custGeom>
              <a:avLst/>
              <a:gdLst>
                <a:gd name="rtl" fmla="*/ 106800 w 948000"/>
                <a:gd name="rtt" fmla="*/ 47700 h 210000"/>
                <a:gd name="rtr" fmla="*/ 844800 w 948000"/>
                <a:gd name="rtb" fmla="*/ 155700 h 210000"/>
              </a:gdLst>
              <a:ahLst/>
              <a:cxnLst/>
              <a:rect l="rtl" t="rtt" r="rtr" b="rtb"/>
              <a:pathLst>
                <a:path w="948000" h="210000">
                  <a:moveTo>
                    <a:pt x="24000" y="0"/>
                  </a:moveTo>
                  <a:lnTo>
                    <a:pt x="924000" y="0"/>
                  </a:lnTo>
                  <a:cubicBezTo>
                    <a:pt x="940128" y="0"/>
                    <a:pt x="948000" y="7872"/>
                    <a:pt x="948000" y="24000"/>
                  </a:cubicBezTo>
                  <a:lnTo>
                    <a:pt x="948000" y="186000"/>
                  </a:lnTo>
                  <a:cubicBezTo>
                    <a:pt x="948000" y="202128"/>
                    <a:pt x="940128" y="210000"/>
                    <a:pt x="924000" y="210000"/>
                  </a:cubicBezTo>
                  <a:lnTo>
                    <a:pt x="24000" y="210000"/>
                  </a:lnTo>
                  <a:cubicBezTo>
                    <a:pt x="7872" y="210000"/>
                    <a:pt x="0" y="202128"/>
                    <a:pt x="0" y="186000"/>
                  </a:cubicBezTo>
                  <a:lnTo>
                    <a:pt x="0" y="24000"/>
                  </a:lnTo>
                  <a:cubicBezTo>
                    <a:pt x="0" y="7872"/>
                    <a:pt x="7872" y="0"/>
                    <a:pt x="24000" y="0"/>
                  </a:cubicBezTo>
                  <a:close/>
                </a:path>
              </a:pathLst>
            </a:custGeom>
            <a:solidFill>
              <a:srgbClr val="303030"/>
            </a:solidFill>
            <a:ln w="12000" cap="rnd">
              <a:noFill/>
              <a:round/>
            </a:ln>
          </p:spPr>
          <p:txBody>
            <a:bodyPr wrap="none" lIns="0" tIns="0" rIns="0" bIns="11000" rtlCol="0" anchor="ctr"/>
            <a:lstStyle/>
            <a:p>
              <a:pPr algn="ctr">
                <a:lnSpc>
                  <a:spcPct val="100000"/>
                </a:lnSpc>
              </a:pPr>
              <a:r>
                <a:rPr sz="600" b="1">
                  <a:solidFill>
                    <a:srgbClr val="FFFFFF"/>
                  </a:solidFill>
                  <a:latin typeface="微软雅黑"/>
                </a:rPr>
                <a:t>把执行权交给setup</a:t>
              </a:r>
            </a:p>
          </p:txBody>
        </p:sp>
        <p:sp>
          <p:nvSpPr>
            <p:cNvPr id="3" name="shape155"/>
            <p:cNvSpPr/>
            <p:nvPr/>
          </p:nvSpPr>
          <p:spPr>
            <a:xfrm>
              <a:off x="2503974" y="809843"/>
              <a:ext cx="192000" cy="192000"/>
            </a:xfrm>
            <a:custGeom>
              <a:avLst/>
              <a:gdLst/>
              <a:ahLst/>
              <a:cxnLst/>
              <a:rect l="0" t="0" r="0" b="0"/>
              <a:pathLst>
                <a:path w="192000" h="192000">
                  <a:moveTo>
                    <a:pt x="83426" y="386789"/>
                  </a:moveTo>
                  <a:lnTo>
                    <a:pt x="51606" y="418609"/>
                  </a:lnTo>
                  <a:cubicBezTo>
                    <a:pt x="43204" y="427012"/>
                    <a:pt x="37083" y="433137"/>
                    <a:pt x="32653" y="438356"/>
                  </a:cubicBezTo>
                  <a:cubicBezTo>
                    <a:pt x="28254" y="443537"/>
                    <a:pt x="25770" y="447547"/>
                    <a:pt x="24445" y="451623"/>
                  </a:cubicBezTo>
                  <a:cubicBezTo>
                    <a:pt x="21968" y="459248"/>
                    <a:pt x="21968" y="467463"/>
                    <a:pt x="24445" y="475089"/>
                  </a:cubicBezTo>
                  <a:cubicBezTo>
                    <a:pt x="25770" y="479164"/>
                    <a:pt x="28254" y="483175"/>
                    <a:pt x="32653" y="488356"/>
                  </a:cubicBezTo>
                  <a:cubicBezTo>
                    <a:pt x="37083" y="493574"/>
                    <a:pt x="43204" y="499700"/>
                    <a:pt x="51606" y="508102"/>
                  </a:cubicBezTo>
                  <a:lnTo>
                    <a:pt x="83426" y="539922"/>
                  </a:lnTo>
                  <a:cubicBezTo>
                    <a:pt x="91829" y="548325"/>
                    <a:pt x="97954" y="554445"/>
                    <a:pt x="103173" y="558875"/>
                  </a:cubicBezTo>
                  <a:cubicBezTo>
                    <a:pt x="108354" y="563274"/>
                    <a:pt x="112364" y="565759"/>
                    <a:pt x="116440" y="567083"/>
                  </a:cubicBezTo>
                  <a:cubicBezTo>
                    <a:pt x="124066" y="569561"/>
                    <a:pt x="132280" y="569561"/>
                    <a:pt x="139906" y="567083"/>
                  </a:cubicBezTo>
                  <a:cubicBezTo>
                    <a:pt x="143981" y="565759"/>
                    <a:pt x="147992" y="563274"/>
                    <a:pt x="153173" y="558875"/>
                  </a:cubicBezTo>
                  <a:cubicBezTo>
                    <a:pt x="158392" y="554445"/>
                    <a:pt x="164516" y="548325"/>
                    <a:pt x="172919" y="539922"/>
                  </a:cubicBezTo>
                  <a:lnTo>
                    <a:pt x="204739" y="508102"/>
                  </a:lnTo>
                  <a:cubicBezTo>
                    <a:pt x="213142" y="499700"/>
                    <a:pt x="219262" y="493574"/>
                    <a:pt x="223693" y="488356"/>
                  </a:cubicBezTo>
                  <a:cubicBezTo>
                    <a:pt x="228091" y="483175"/>
                    <a:pt x="230576" y="479164"/>
                    <a:pt x="231900" y="475088"/>
                  </a:cubicBezTo>
                  <a:cubicBezTo>
                    <a:pt x="234378" y="467463"/>
                    <a:pt x="234378" y="459248"/>
                    <a:pt x="231900" y="451623"/>
                  </a:cubicBezTo>
                  <a:cubicBezTo>
                    <a:pt x="230576" y="447547"/>
                    <a:pt x="228091" y="443537"/>
                    <a:pt x="223693" y="438356"/>
                  </a:cubicBezTo>
                  <a:cubicBezTo>
                    <a:pt x="219262" y="433137"/>
                    <a:pt x="213142" y="427012"/>
                    <a:pt x="204739" y="418609"/>
                  </a:cubicBezTo>
                  <a:lnTo>
                    <a:pt x="172919" y="386789"/>
                  </a:lnTo>
                  <a:cubicBezTo>
                    <a:pt x="164516" y="378386"/>
                    <a:pt x="158392" y="372266"/>
                    <a:pt x="153173" y="367836"/>
                  </a:cubicBezTo>
                  <a:cubicBezTo>
                    <a:pt x="147992" y="363437"/>
                    <a:pt x="143981" y="360952"/>
                    <a:pt x="139906" y="359628"/>
                  </a:cubicBezTo>
                  <a:cubicBezTo>
                    <a:pt x="132280" y="357151"/>
                    <a:pt x="124066" y="357151"/>
                    <a:pt x="116440" y="359628"/>
                  </a:cubicBezTo>
                  <a:cubicBezTo>
                    <a:pt x="112364" y="360952"/>
                    <a:pt x="108354" y="363437"/>
                    <a:pt x="103173" y="367836"/>
                  </a:cubicBezTo>
                  <a:cubicBezTo>
                    <a:pt x="97954" y="372266"/>
                    <a:pt x="91829" y="378386"/>
                    <a:pt x="83426" y="386789"/>
                  </a:cubicBezTo>
                  <a:moveTo>
                    <a:pt x="20433" y="476392"/>
                  </a:moveTo>
                  <a:cubicBezTo>
                    <a:pt x="23563" y="486025"/>
                    <a:pt x="31916" y="494378"/>
                    <a:pt x="48623" y="511085"/>
                  </a:cubicBezTo>
                  <a:lnTo>
                    <a:pt x="80443" y="542905"/>
                  </a:lnTo>
                  <a:cubicBezTo>
                    <a:pt x="97150" y="559612"/>
                    <a:pt x="105503" y="567965"/>
                    <a:pt x="115136" y="571096"/>
                  </a:cubicBezTo>
                  <a:cubicBezTo>
                    <a:pt x="123609" y="573848"/>
                    <a:pt x="132736" y="573848"/>
                    <a:pt x="141209" y="571096"/>
                  </a:cubicBezTo>
                  <a:cubicBezTo>
                    <a:pt x="150842" y="567965"/>
                    <a:pt x="159196" y="559612"/>
                    <a:pt x="175903" y="542905"/>
                  </a:cubicBezTo>
                  <a:lnTo>
                    <a:pt x="207722" y="511085"/>
                  </a:lnTo>
                  <a:cubicBezTo>
                    <a:pt x="224429" y="494378"/>
                    <a:pt x="232783" y="486025"/>
                    <a:pt x="235913" y="476392"/>
                  </a:cubicBezTo>
                  <a:cubicBezTo>
                    <a:pt x="238666" y="467919"/>
                    <a:pt x="238666" y="458792"/>
                    <a:pt x="235913" y="450319"/>
                  </a:cubicBezTo>
                  <a:cubicBezTo>
                    <a:pt x="232783" y="440686"/>
                    <a:pt x="224429" y="432333"/>
                    <a:pt x="207722" y="415626"/>
                  </a:cubicBezTo>
                  <a:lnTo>
                    <a:pt x="175903" y="383806"/>
                  </a:lnTo>
                  <a:cubicBezTo>
                    <a:pt x="159196" y="367099"/>
                    <a:pt x="150842" y="358746"/>
                    <a:pt x="141209" y="355616"/>
                  </a:cubicBezTo>
                  <a:cubicBezTo>
                    <a:pt x="132736" y="352863"/>
                    <a:pt x="123609" y="352863"/>
                    <a:pt x="115136" y="355616"/>
                  </a:cubicBezTo>
                  <a:cubicBezTo>
                    <a:pt x="105503" y="358746"/>
                    <a:pt x="97150" y="367099"/>
                    <a:pt x="80443" y="383806"/>
                  </a:cubicBezTo>
                  <a:lnTo>
                    <a:pt x="48623" y="415626"/>
                  </a:lnTo>
                  <a:cubicBezTo>
                    <a:pt x="31916" y="432333"/>
                    <a:pt x="23563" y="440686"/>
                    <a:pt x="20433" y="450319"/>
                  </a:cubicBezTo>
                  <a:cubicBezTo>
                    <a:pt x="17680" y="458792"/>
                    <a:pt x="17680" y="467919"/>
                    <a:pt x="20433" y="476392"/>
                  </a:cubicBezTo>
                </a:path>
              </a:pathLst>
            </a:custGeom>
            <a:solidFill>
              <a:srgbClr val="999999">
                <a:alpha val="30000"/>
              </a:srgbClr>
            </a:solidFill>
          </p:spPr>
        </p:sp>
        <p:sp>
          <p:nvSpPr>
            <p:cNvPr id="4" name="shape156"/>
            <p:cNvSpPr/>
            <p:nvPr/>
          </p:nvSpPr>
          <p:spPr>
            <a:xfrm>
              <a:off x="2503974" y="809843"/>
              <a:ext cx="192000" cy="192000"/>
            </a:xfrm>
            <a:custGeom>
              <a:avLst/>
              <a:gdLst/>
              <a:ahLst/>
              <a:cxnLst/>
              <a:rect l="0" t="0" r="0" b="0"/>
              <a:pathLst>
                <a:path w="192000" h="192000">
                  <a:moveTo>
                    <a:pt x="85406" y="472474"/>
                  </a:moveTo>
                  <a:lnTo>
                    <a:pt x="118879" y="505946"/>
                  </a:lnTo>
                  <a:lnTo>
                    <a:pt x="118879" y="495683"/>
                  </a:lnTo>
                  <a:cubicBezTo>
                    <a:pt x="118879" y="490628"/>
                    <a:pt x="122977" y="486530"/>
                    <a:pt x="128032" y="486530"/>
                  </a:cubicBezTo>
                  <a:cubicBezTo>
                    <a:pt x="133087" y="486530"/>
                    <a:pt x="137185" y="490628"/>
                    <a:pt x="137185" y="495683"/>
                  </a:cubicBezTo>
                  <a:lnTo>
                    <a:pt x="137185" y="516995"/>
                  </a:lnTo>
                  <a:cubicBezTo>
                    <a:pt x="137185" y="529227"/>
                    <a:pt x="122396" y="535353"/>
                    <a:pt x="113747" y="526703"/>
                  </a:cubicBezTo>
                  <a:lnTo>
                    <a:pt x="64649" y="477607"/>
                  </a:lnTo>
                  <a:cubicBezTo>
                    <a:pt x="56000" y="468957"/>
                    <a:pt x="62126" y="454168"/>
                    <a:pt x="74357" y="454168"/>
                  </a:cubicBezTo>
                  <a:lnTo>
                    <a:pt x="170657" y="454168"/>
                  </a:lnTo>
                  <a:lnTo>
                    <a:pt x="137185" y="420696"/>
                  </a:lnTo>
                  <a:lnTo>
                    <a:pt x="137185" y="430960"/>
                  </a:lnTo>
                  <a:cubicBezTo>
                    <a:pt x="137185" y="436015"/>
                    <a:pt x="133087" y="440113"/>
                    <a:pt x="128032" y="440113"/>
                  </a:cubicBezTo>
                  <a:cubicBezTo>
                    <a:pt x="122977" y="440113"/>
                    <a:pt x="118879" y="436015"/>
                    <a:pt x="118879" y="430960"/>
                  </a:cubicBezTo>
                  <a:lnTo>
                    <a:pt x="118879" y="409648"/>
                  </a:lnTo>
                  <a:cubicBezTo>
                    <a:pt x="118879" y="397415"/>
                    <a:pt x="133667" y="391289"/>
                    <a:pt x="142316" y="399939"/>
                  </a:cubicBezTo>
                  <a:lnTo>
                    <a:pt x="191414" y="449036"/>
                  </a:lnTo>
                  <a:cubicBezTo>
                    <a:pt x="200063" y="457685"/>
                    <a:pt x="193937" y="472474"/>
                    <a:pt x="181706" y="472474"/>
                  </a:cubicBezTo>
                  <a:lnTo>
                    <a:pt x="85406" y="472474"/>
                  </a:lnTo>
                </a:path>
              </a:pathLst>
            </a:custGeom>
            <a:solidFill>
              <a:srgbClr val="999999">
                <a:alpha val="30000"/>
              </a:srgbClr>
            </a:solidFill>
          </p:spPr>
        </p:sp>
        <p:sp>
          <p:nvSpPr>
            <p:cNvPr id="5" name="shape157"/>
            <p:cNvSpPr/>
            <p:nvPr/>
          </p:nvSpPr>
          <p:spPr>
            <a:xfrm>
              <a:off x="2503974" y="809843"/>
              <a:ext cx="2760000" cy="2760000"/>
            </a:xfrm>
            <a:custGeom>
              <a:avLst/>
              <a:gdLst/>
              <a:ahLst/>
              <a:cxnLst/>
              <a:rect l="0" t="0" r="0" b="0"/>
              <a:pathLst>
                <a:path w="2760000" h="2760000">
                  <a:moveTo>
                    <a:pt x="174745" y="308150"/>
                  </a:moveTo>
                  <a:cubicBezTo>
                    <a:pt x="179624" y="318332"/>
                    <a:pt x="182488" y="330530"/>
                    <a:pt x="182488" y="340076"/>
                  </a:cubicBezTo>
                  <a:cubicBezTo>
                    <a:pt x="185140" y="340500"/>
                    <a:pt x="190284" y="342250"/>
                    <a:pt x="192405" y="343205"/>
                  </a:cubicBezTo>
                  <a:cubicBezTo>
                    <a:pt x="192299" y="340659"/>
                    <a:pt x="192034" y="337954"/>
                    <a:pt x="191716" y="335197"/>
                  </a:cubicBezTo>
                  <a:lnTo>
                    <a:pt x="218975" y="362456"/>
                  </a:lnTo>
                  <a:lnTo>
                    <a:pt x="225127" y="356304"/>
                  </a:lnTo>
                  <a:lnTo>
                    <a:pt x="188269" y="319446"/>
                  </a:lnTo>
                  <a:cubicBezTo>
                    <a:pt x="186677" y="314143"/>
                    <a:pt x="184715" y="308892"/>
                    <a:pt x="182488" y="304013"/>
                  </a:cubicBezTo>
                  <a:lnTo>
                    <a:pt x="174745" y="308150"/>
                  </a:lnTo>
                  <a:moveTo>
                    <a:pt x="233400" y="332863"/>
                  </a:moveTo>
                  <a:cubicBezTo>
                    <a:pt x="230377" y="335886"/>
                    <a:pt x="227831" y="336841"/>
                    <a:pt x="225869" y="334879"/>
                  </a:cubicBezTo>
                  <a:cubicBezTo>
                    <a:pt x="223217" y="332227"/>
                    <a:pt x="220778" y="327029"/>
                    <a:pt x="217437" y="279883"/>
                  </a:cubicBezTo>
                  <a:cubicBezTo>
                    <a:pt x="217437" y="279247"/>
                    <a:pt x="217384" y="278557"/>
                    <a:pt x="217225" y="278080"/>
                  </a:cubicBezTo>
                  <a:lnTo>
                    <a:pt x="211126" y="279936"/>
                  </a:lnTo>
                  <a:lnTo>
                    <a:pt x="209906" y="281580"/>
                  </a:lnTo>
                  <a:lnTo>
                    <a:pt x="186412" y="305074"/>
                  </a:lnTo>
                  <a:lnTo>
                    <a:pt x="192352" y="311014"/>
                  </a:lnTo>
                  <a:lnTo>
                    <a:pt x="209747" y="293619"/>
                  </a:lnTo>
                  <a:cubicBezTo>
                    <a:pt x="213565" y="333181"/>
                    <a:pt x="216482" y="338113"/>
                    <a:pt x="220247" y="341879"/>
                  </a:cubicBezTo>
                  <a:cubicBezTo>
                    <a:pt x="225179" y="346811"/>
                    <a:pt x="231809" y="346652"/>
                    <a:pt x="239711" y="338750"/>
                  </a:cubicBezTo>
                  <a:lnTo>
                    <a:pt x="250264" y="328196"/>
                  </a:lnTo>
                  <a:cubicBezTo>
                    <a:pt x="256894" y="321567"/>
                    <a:pt x="256946" y="316847"/>
                    <a:pt x="246128" y="304544"/>
                  </a:cubicBezTo>
                  <a:cubicBezTo>
                    <a:pt x="244112" y="306028"/>
                    <a:pt x="241090" y="307354"/>
                    <a:pt x="238544" y="308097"/>
                  </a:cubicBezTo>
                  <a:cubicBezTo>
                    <a:pt x="246658" y="316847"/>
                    <a:pt x="247241" y="319022"/>
                    <a:pt x="244643" y="321620"/>
                  </a:cubicBezTo>
                  <a:lnTo>
                    <a:pt x="233400" y="332863"/>
                  </a:lnTo>
                  <a:moveTo>
                    <a:pt x="292478" y="274208"/>
                  </a:moveTo>
                  <a:lnTo>
                    <a:pt x="290887" y="267421"/>
                  </a:lnTo>
                  <a:cubicBezTo>
                    <a:pt x="283622" y="270974"/>
                    <a:pt x="272750" y="278027"/>
                    <a:pt x="264848" y="284444"/>
                  </a:cubicBezTo>
                  <a:lnTo>
                    <a:pt x="266068" y="291391"/>
                  </a:lnTo>
                  <a:cubicBezTo>
                    <a:pt x="273864" y="285187"/>
                    <a:pt x="284365" y="278504"/>
                    <a:pt x="291577" y="275110"/>
                  </a:cubicBezTo>
                  <a:lnTo>
                    <a:pt x="266492" y="300195"/>
                  </a:lnTo>
                  <a:lnTo>
                    <a:pt x="250795" y="284497"/>
                  </a:lnTo>
                  <a:cubicBezTo>
                    <a:pt x="252969" y="284869"/>
                    <a:pt x="255727" y="285717"/>
                    <a:pt x="257371" y="286513"/>
                  </a:cubicBezTo>
                  <a:cubicBezTo>
                    <a:pt x="259545" y="282959"/>
                    <a:pt x="261613" y="279088"/>
                    <a:pt x="263363" y="275110"/>
                  </a:cubicBezTo>
                  <a:lnTo>
                    <a:pt x="264106" y="279777"/>
                  </a:lnTo>
                  <a:cubicBezTo>
                    <a:pt x="269515" y="276277"/>
                    <a:pt x="277046" y="272564"/>
                    <a:pt x="281607" y="270868"/>
                  </a:cubicBezTo>
                  <a:lnTo>
                    <a:pt x="280281" y="264451"/>
                  </a:lnTo>
                  <a:cubicBezTo>
                    <a:pt x="275985" y="266095"/>
                    <a:pt x="269462" y="269542"/>
                    <a:pt x="264371" y="272830"/>
                  </a:cubicBezTo>
                  <a:cubicBezTo>
                    <a:pt x="265166" y="270761"/>
                    <a:pt x="265962" y="268693"/>
                    <a:pt x="266599" y="266572"/>
                  </a:cubicBezTo>
                  <a:cubicBezTo>
                    <a:pt x="272803" y="264610"/>
                    <a:pt x="278902" y="261693"/>
                    <a:pt x="284470" y="258034"/>
                  </a:cubicBezTo>
                  <a:cubicBezTo>
                    <a:pt x="283940" y="256337"/>
                    <a:pt x="283410" y="253473"/>
                    <a:pt x="283251" y="251192"/>
                  </a:cubicBezTo>
                  <a:lnTo>
                    <a:pt x="299373" y="267314"/>
                  </a:lnTo>
                  <a:lnTo>
                    <a:pt x="292478" y="274208"/>
                  </a:lnTo>
                  <a:moveTo>
                    <a:pt x="243529" y="254321"/>
                  </a:moveTo>
                  <a:cubicBezTo>
                    <a:pt x="244855" y="260845"/>
                    <a:pt x="244271" y="268852"/>
                    <a:pt x="242416" y="275588"/>
                  </a:cubicBezTo>
                  <a:cubicBezTo>
                    <a:pt x="244430" y="275269"/>
                    <a:pt x="248302" y="275110"/>
                    <a:pt x="250264" y="275163"/>
                  </a:cubicBezTo>
                  <a:cubicBezTo>
                    <a:pt x="250636" y="273413"/>
                    <a:pt x="250954" y="271504"/>
                    <a:pt x="251113" y="269542"/>
                  </a:cubicBezTo>
                  <a:cubicBezTo>
                    <a:pt x="253287" y="269489"/>
                    <a:pt x="255568" y="269224"/>
                    <a:pt x="257954" y="268852"/>
                  </a:cubicBezTo>
                  <a:cubicBezTo>
                    <a:pt x="255779" y="273890"/>
                    <a:pt x="252916" y="278981"/>
                    <a:pt x="249840" y="283543"/>
                  </a:cubicBezTo>
                  <a:lnTo>
                    <a:pt x="232074" y="265777"/>
                  </a:lnTo>
                  <a:lnTo>
                    <a:pt x="243529" y="254321"/>
                  </a:lnTo>
                  <a:moveTo>
                    <a:pt x="262621" y="252624"/>
                  </a:moveTo>
                  <a:cubicBezTo>
                    <a:pt x="262303" y="255382"/>
                    <a:pt x="261772" y="258246"/>
                    <a:pt x="260712" y="261215"/>
                  </a:cubicBezTo>
                  <a:cubicBezTo>
                    <a:pt x="257848" y="262170"/>
                    <a:pt x="255037" y="262648"/>
                    <a:pt x="252439" y="262807"/>
                  </a:cubicBezTo>
                  <a:lnTo>
                    <a:pt x="262621" y="252624"/>
                  </a:lnTo>
                  <a:moveTo>
                    <a:pt x="282455" y="250397"/>
                  </a:moveTo>
                  <a:cubicBezTo>
                    <a:pt x="278107" y="253367"/>
                    <a:pt x="273440" y="256124"/>
                    <a:pt x="268826" y="258193"/>
                  </a:cubicBezTo>
                  <a:cubicBezTo>
                    <a:pt x="269939" y="252094"/>
                    <a:pt x="270205" y="246101"/>
                    <a:pt x="269038" y="240692"/>
                  </a:cubicBezTo>
                  <a:lnTo>
                    <a:pt x="263363" y="242124"/>
                  </a:lnTo>
                  <a:lnTo>
                    <a:pt x="262674" y="243238"/>
                  </a:lnTo>
                  <a:lnTo>
                    <a:pt x="251113" y="254798"/>
                  </a:lnTo>
                  <a:cubicBezTo>
                    <a:pt x="250954" y="253367"/>
                    <a:pt x="250688" y="251935"/>
                    <a:pt x="250423" y="250609"/>
                  </a:cubicBezTo>
                  <a:lnTo>
                    <a:pt x="244325" y="253526"/>
                  </a:lnTo>
                  <a:lnTo>
                    <a:pt x="264955" y="232896"/>
                  </a:lnTo>
                  <a:lnTo>
                    <a:pt x="282455" y="250397"/>
                  </a:lnTo>
                  <a:moveTo>
                    <a:pt x="220354" y="266147"/>
                  </a:moveTo>
                  <a:lnTo>
                    <a:pt x="267924" y="313718"/>
                  </a:lnTo>
                  <a:lnTo>
                    <a:pt x="273970" y="307673"/>
                  </a:lnTo>
                  <a:lnTo>
                    <a:pt x="272061" y="305764"/>
                  </a:lnTo>
                  <a:lnTo>
                    <a:pt x="304941" y="272883"/>
                  </a:lnTo>
                  <a:lnTo>
                    <a:pt x="306850" y="274792"/>
                  </a:lnTo>
                  <a:lnTo>
                    <a:pt x="313214" y="268428"/>
                  </a:lnTo>
                  <a:lnTo>
                    <a:pt x="265644" y="220858"/>
                  </a:lnTo>
                  <a:lnTo>
                    <a:pt x="220354" y="266147"/>
                  </a:lnTo>
                  <a:moveTo>
                    <a:pt x="303244" y="231941"/>
                  </a:moveTo>
                  <a:cubicBezTo>
                    <a:pt x="301494" y="230085"/>
                    <a:pt x="299797" y="228388"/>
                    <a:pt x="298312" y="226903"/>
                  </a:cubicBezTo>
                  <a:lnTo>
                    <a:pt x="296350" y="224941"/>
                  </a:lnTo>
                  <a:lnTo>
                    <a:pt x="300539" y="220751"/>
                  </a:lnTo>
                  <a:lnTo>
                    <a:pt x="307487" y="227699"/>
                  </a:lnTo>
                  <a:lnTo>
                    <a:pt x="303244" y="231941"/>
                  </a:lnTo>
                  <a:moveTo>
                    <a:pt x="287864" y="208076"/>
                  </a:moveTo>
                  <a:lnTo>
                    <a:pt x="295448" y="215660"/>
                  </a:lnTo>
                  <a:lnTo>
                    <a:pt x="291259" y="219850"/>
                  </a:lnTo>
                  <a:lnTo>
                    <a:pt x="283675" y="212266"/>
                  </a:lnTo>
                  <a:lnTo>
                    <a:pt x="287864" y="208076"/>
                  </a:lnTo>
                  <a:moveTo>
                    <a:pt x="288236" y="197947"/>
                  </a:moveTo>
                  <a:lnTo>
                    <a:pt x="273334" y="212849"/>
                  </a:lnTo>
                  <a:lnTo>
                    <a:pt x="292903" y="232418"/>
                  </a:lnTo>
                  <a:cubicBezTo>
                    <a:pt x="300380" y="239896"/>
                    <a:pt x="310403" y="250344"/>
                    <a:pt x="314699" y="260155"/>
                  </a:cubicBezTo>
                  <a:cubicBezTo>
                    <a:pt x="316396" y="259519"/>
                    <a:pt x="320798" y="259041"/>
                    <a:pt x="322760" y="259201"/>
                  </a:cubicBezTo>
                  <a:cubicBezTo>
                    <a:pt x="319949" y="252147"/>
                    <a:pt x="314116" y="244298"/>
                    <a:pt x="308229" y="237457"/>
                  </a:cubicBezTo>
                  <a:lnTo>
                    <a:pt x="312737" y="232949"/>
                  </a:lnTo>
                  <a:lnTo>
                    <a:pt x="323980" y="244192"/>
                  </a:lnTo>
                  <a:cubicBezTo>
                    <a:pt x="324616" y="244828"/>
                    <a:pt x="324616" y="245147"/>
                    <a:pt x="324086" y="245783"/>
                  </a:cubicBezTo>
                  <a:cubicBezTo>
                    <a:pt x="323503" y="246367"/>
                    <a:pt x="321965" y="247904"/>
                    <a:pt x="320268" y="249389"/>
                  </a:cubicBezTo>
                  <a:cubicBezTo>
                    <a:pt x="322442" y="250185"/>
                    <a:pt x="325677" y="251935"/>
                    <a:pt x="327321" y="253261"/>
                  </a:cubicBezTo>
                  <a:cubicBezTo>
                    <a:pt x="330132" y="250450"/>
                    <a:pt x="331988" y="248381"/>
                    <a:pt x="332465" y="245889"/>
                  </a:cubicBezTo>
                  <a:cubicBezTo>
                    <a:pt x="333049" y="243503"/>
                    <a:pt x="331829" y="241540"/>
                    <a:pt x="329284" y="238995"/>
                  </a:cubicBezTo>
                  <a:lnTo>
                    <a:pt x="288236" y="197947"/>
                  </a:lnTo>
                  <a:moveTo>
                    <a:pt x="336019" y="229396"/>
                  </a:moveTo>
                  <a:lnTo>
                    <a:pt x="331193" y="224570"/>
                  </a:lnTo>
                  <a:cubicBezTo>
                    <a:pt x="333420" y="224570"/>
                    <a:pt x="336178" y="224676"/>
                    <a:pt x="337556" y="224994"/>
                  </a:cubicBezTo>
                  <a:cubicBezTo>
                    <a:pt x="337504" y="220804"/>
                    <a:pt x="336761" y="216244"/>
                    <a:pt x="335541" y="211630"/>
                  </a:cubicBezTo>
                  <a:cubicBezTo>
                    <a:pt x="339413" y="212319"/>
                    <a:pt x="342966" y="213115"/>
                    <a:pt x="345617" y="214069"/>
                  </a:cubicBezTo>
                  <a:lnTo>
                    <a:pt x="346360" y="207175"/>
                  </a:lnTo>
                  <a:lnTo>
                    <a:pt x="352300" y="213115"/>
                  </a:lnTo>
                  <a:lnTo>
                    <a:pt x="336019" y="229396"/>
                  </a:lnTo>
                  <a:moveTo>
                    <a:pt x="315707" y="209084"/>
                  </a:moveTo>
                  <a:cubicBezTo>
                    <a:pt x="319472" y="209350"/>
                    <a:pt x="323503" y="209774"/>
                    <a:pt x="327427" y="210304"/>
                  </a:cubicBezTo>
                  <a:cubicBezTo>
                    <a:pt x="328700" y="214652"/>
                    <a:pt x="329495" y="218948"/>
                    <a:pt x="329549" y="222926"/>
                  </a:cubicBezTo>
                  <a:lnTo>
                    <a:pt x="315707" y="209084"/>
                  </a:lnTo>
                  <a:moveTo>
                    <a:pt x="344716" y="205531"/>
                  </a:moveTo>
                  <a:cubicBezTo>
                    <a:pt x="341428" y="204682"/>
                    <a:pt x="337345" y="203993"/>
                    <a:pt x="332996" y="203462"/>
                  </a:cubicBezTo>
                  <a:cubicBezTo>
                    <a:pt x="330928" y="197894"/>
                    <a:pt x="328223" y="192326"/>
                    <a:pt x="325200" y="186970"/>
                  </a:cubicBezTo>
                  <a:lnTo>
                    <a:pt x="318783" y="190947"/>
                  </a:lnTo>
                  <a:cubicBezTo>
                    <a:pt x="321063" y="194712"/>
                    <a:pt x="323026" y="198584"/>
                    <a:pt x="324722" y="202508"/>
                  </a:cubicBezTo>
                  <a:cubicBezTo>
                    <a:pt x="321382" y="202243"/>
                    <a:pt x="318146" y="202084"/>
                    <a:pt x="315176" y="201978"/>
                  </a:cubicBezTo>
                  <a:lnTo>
                    <a:pt x="314381" y="207758"/>
                  </a:lnTo>
                  <a:lnTo>
                    <a:pt x="311040" y="204417"/>
                  </a:lnTo>
                  <a:lnTo>
                    <a:pt x="305206" y="210251"/>
                  </a:lnTo>
                  <a:lnTo>
                    <a:pt x="336019" y="241063"/>
                  </a:lnTo>
                  <a:lnTo>
                    <a:pt x="358133" y="218948"/>
                  </a:lnTo>
                  <a:lnTo>
                    <a:pt x="360308" y="221123"/>
                  </a:lnTo>
                  <a:lnTo>
                    <a:pt x="366088" y="215342"/>
                  </a:lnTo>
                  <a:lnTo>
                    <a:pt x="333049" y="182302"/>
                  </a:lnTo>
                  <a:lnTo>
                    <a:pt x="327268" y="188083"/>
                  </a:lnTo>
                  <a:lnTo>
                    <a:pt x="344716" y="205531"/>
                  </a:lnTo>
                  <a:moveTo>
                    <a:pt x="313904" y="183204"/>
                  </a:moveTo>
                  <a:cubicBezTo>
                    <a:pt x="310828" y="182038"/>
                    <a:pt x="305949" y="180764"/>
                    <a:pt x="302290" y="179863"/>
                  </a:cubicBezTo>
                  <a:lnTo>
                    <a:pt x="298577" y="187394"/>
                  </a:lnTo>
                  <a:cubicBezTo>
                    <a:pt x="301176" y="188189"/>
                    <a:pt x="304305" y="189091"/>
                    <a:pt x="307010" y="190099"/>
                  </a:cubicBezTo>
                  <a:lnTo>
                    <a:pt x="295024" y="202084"/>
                  </a:lnTo>
                  <a:lnTo>
                    <a:pt x="300911" y="207970"/>
                  </a:lnTo>
                  <a:lnTo>
                    <a:pt x="331087" y="177794"/>
                  </a:lnTo>
                  <a:lnTo>
                    <a:pt x="325200" y="171908"/>
                  </a:lnTo>
                  <a:lnTo>
                    <a:pt x="313904" y="183204"/>
                  </a:lnTo>
                  <a:moveTo>
                    <a:pt x="398545" y="168143"/>
                  </a:moveTo>
                  <a:lnTo>
                    <a:pt x="396953" y="161354"/>
                  </a:lnTo>
                  <a:cubicBezTo>
                    <a:pt x="389688" y="164908"/>
                    <a:pt x="378816" y="171961"/>
                    <a:pt x="370914" y="178378"/>
                  </a:cubicBezTo>
                  <a:lnTo>
                    <a:pt x="372134" y="185326"/>
                  </a:lnTo>
                  <a:cubicBezTo>
                    <a:pt x="379930" y="179120"/>
                    <a:pt x="390430" y="172438"/>
                    <a:pt x="397643" y="169044"/>
                  </a:cubicBezTo>
                  <a:lnTo>
                    <a:pt x="372559" y="194129"/>
                  </a:lnTo>
                  <a:lnTo>
                    <a:pt x="356861" y="178431"/>
                  </a:lnTo>
                  <a:cubicBezTo>
                    <a:pt x="359035" y="178802"/>
                    <a:pt x="361793" y="179651"/>
                    <a:pt x="363437" y="180446"/>
                  </a:cubicBezTo>
                  <a:cubicBezTo>
                    <a:pt x="365611" y="176893"/>
                    <a:pt x="367679" y="173022"/>
                    <a:pt x="369430" y="169044"/>
                  </a:cubicBezTo>
                  <a:lnTo>
                    <a:pt x="370172" y="173711"/>
                  </a:lnTo>
                  <a:cubicBezTo>
                    <a:pt x="375581" y="170211"/>
                    <a:pt x="383112" y="166499"/>
                    <a:pt x="387673" y="164801"/>
                  </a:cubicBezTo>
                  <a:lnTo>
                    <a:pt x="386347" y="158384"/>
                  </a:lnTo>
                  <a:cubicBezTo>
                    <a:pt x="382051" y="160028"/>
                    <a:pt x="375528" y="163476"/>
                    <a:pt x="370437" y="166764"/>
                  </a:cubicBezTo>
                  <a:cubicBezTo>
                    <a:pt x="371233" y="164696"/>
                    <a:pt x="372028" y="162627"/>
                    <a:pt x="372664" y="160506"/>
                  </a:cubicBezTo>
                  <a:cubicBezTo>
                    <a:pt x="378869" y="158543"/>
                    <a:pt x="384968" y="155627"/>
                    <a:pt x="390536" y="151967"/>
                  </a:cubicBezTo>
                  <a:cubicBezTo>
                    <a:pt x="390006" y="150271"/>
                    <a:pt x="389476" y="147407"/>
                    <a:pt x="389317" y="145126"/>
                  </a:cubicBezTo>
                  <a:lnTo>
                    <a:pt x="405439" y="161248"/>
                  </a:lnTo>
                  <a:lnTo>
                    <a:pt x="398545" y="168143"/>
                  </a:lnTo>
                  <a:moveTo>
                    <a:pt x="349595" y="148255"/>
                  </a:moveTo>
                  <a:cubicBezTo>
                    <a:pt x="350921" y="154778"/>
                    <a:pt x="350338" y="162787"/>
                    <a:pt x="348481" y="169522"/>
                  </a:cubicBezTo>
                  <a:cubicBezTo>
                    <a:pt x="350497" y="169204"/>
                    <a:pt x="354368" y="169044"/>
                    <a:pt x="356330" y="169097"/>
                  </a:cubicBezTo>
                  <a:cubicBezTo>
                    <a:pt x="356701" y="167347"/>
                    <a:pt x="357020" y="165438"/>
                    <a:pt x="357179" y="163476"/>
                  </a:cubicBezTo>
                  <a:cubicBezTo>
                    <a:pt x="359353" y="163423"/>
                    <a:pt x="361634" y="163157"/>
                    <a:pt x="364020" y="162787"/>
                  </a:cubicBezTo>
                  <a:cubicBezTo>
                    <a:pt x="361846" y="167824"/>
                    <a:pt x="358982" y="172916"/>
                    <a:pt x="355906" y="177476"/>
                  </a:cubicBezTo>
                  <a:lnTo>
                    <a:pt x="338140" y="159710"/>
                  </a:lnTo>
                  <a:lnTo>
                    <a:pt x="349595" y="148255"/>
                  </a:lnTo>
                  <a:moveTo>
                    <a:pt x="368687" y="146558"/>
                  </a:moveTo>
                  <a:cubicBezTo>
                    <a:pt x="368369" y="149316"/>
                    <a:pt x="367838" y="152180"/>
                    <a:pt x="366778" y="155150"/>
                  </a:cubicBezTo>
                  <a:cubicBezTo>
                    <a:pt x="363914" y="156104"/>
                    <a:pt x="361103" y="156581"/>
                    <a:pt x="358505" y="156740"/>
                  </a:cubicBezTo>
                  <a:lnTo>
                    <a:pt x="368687" y="146558"/>
                  </a:lnTo>
                  <a:moveTo>
                    <a:pt x="388521" y="144331"/>
                  </a:moveTo>
                  <a:cubicBezTo>
                    <a:pt x="384173" y="147301"/>
                    <a:pt x="379505" y="150058"/>
                    <a:pt x="374892" y="152126"/>
                  </a:cubicBezTo>
                  <a:cubicBezTo>
                    <a:pt x="376006" y="146028"/>
                    <a:pt x="376271" y="140035"/>
                    <a:pt x="375104" y="134626"/>
                  </a:cubicBezTo>
                  <a:lnTo>
                    <a:pt x="369430" y="136058"/>
                  </a:lnTo>
                  <a:lnTo>
                    <a:pt x="368740" y="137171"/>
                  </a:lnTo>
                  <a:lnTo>
                    <a:pt x="357179" y="148733"/>
                  </a:lnTo>
                  <a:cubicBezTo>
                    <a:pt x="357020" y="147301"/>
                    <a:pt x="356755" y="145869"/>
                    <a:pt x="356489" y="144543"/>
                  </a:cubicBezTo>
                  <a:lnTo>
                    <a:pt x="350390" y="147460"/>
                  </a:lnTo>
                  <a:lnTo>
                    <a:pt x="371020" y="126830"/>
                  </a:lnTo>
                  <a:lnTo>
                    <a:pt x="388521" y="144331"/>
                  </a:lnTo>
                  <a:moveTo>
                    <a:pt x="326420" y="160082"/>
                  </a:moveTo>
                  <a:lnTo>
                    <a:pt x="373990" y="207652"/>
                  </a:lnTo>
                  <a:lnTo>
                    <a:pt x="380036" y="201607"/>
                  </a:lnTo>
                  <a:lnTo>
                    <a:pt x="378127" y="199697"/>
                  </a:lnTo>
                  <a:lnTo>
                    <a:pt x="411007" y="166817"/>
                  </a:lnTo>
                  <a:lnTo>
                    <a:pt x="412916" y="168726"/>
                  </a:lnTo>
                  <a:lnTo>
                    <a:pt x="419281" y="162362"/>
                  </a:lnTo>
                  <a:lnTo>
                    <a:pt x="371710" y="114791"/>
                  </a:lnTo>
                  <a:lnTo>
                    <a:pt x="326420" y="160082"/>
                  </a:lnTo>
                  <a:moveTo>
                    <a:pt x="274765" y="424822"/>
                  </a:moveTo>
                  <a:lnTo>
                    <a:pt x="281819" y="417769"/>
                  </a:lnTo>
                  <a:lnTo>
                    <a:pt x="265432" y="401382"/>
                  </a:lnTo>
                  <a:cubicBezTo>
                    <a:pt x="261719" y="397670"/>
                    <a:pt x="255620" y="392843"/>
                    <a:pt x="251537" y="389503"/>
                  </a:cubicBezTo>
                  <a:lnTo>
                    <a:pt x="251749" y="389290"/>
                  </a:lnTo>
                  <a:lnTo>
                    <a:pt x="264106" y="395389"/>
                  </a:lnTo>
                  <a:lnTo>
                    <a:pt x="286698" y="405784"/>
                  </a:lnTo>
                  <a:lnTo>
                    <a:pt x="291206" y="401276"/>
                  </a:lnTo>
                  <a:lnTo>
                    <a:pt x="280758" y="378737"/>
                  </a:lnTo>
                  <a:lnTo>
                    <a:pt x="274712" y="366327"/>
                  </a:lnTo>
                  <a:lnTo>
                    <a:pt x="274978" y="366062"/>
                  </a:lnTo>
                  <a:cubicBezTo>
                    <a:pt x="278266" y="370198"/>
                    <a:pt x="283145" y="376244"/>
                    <a:pt x="286857" y="379957"/>
                  </a:cubicBezTo>
                  <a:lnTo>
                    <a:pt x="303244" y="396344"/>
                  </a:lnTo>
                  <a:lnTo>
                    <a:pt x="310403" y="389184"/>
                  </a:lnTo>
                  <a:lnTo>
                    <a:pt x="271106" y="349887"/>
                  </a:lnTo>
                  <a:lnTo>
                    <a:pt x="262409" y="358584"/>
                  </a:lnTo>
                  <a:lnTo>
                    <a:pt x="274288" y="383510"/>
                  </a:lnTo>
                  <a:cubicBezTo>
                    <a:pt x="275879" y="386798"/>
                    <a:pt x="277789" y="390086"/>
                    <a:pt x="279433" y="393427"/>
                  </a:cubicBezTo>
                  <a:lnTo>
                    <a:pt x="279167" y="393692"/>
                  </a:lnTo>
                  <a:cubicBezTo>
                    <a:pt x="275879" y="391995"/>
                    <a:pt x="272538" y="390139"/>
                    <a:pt x="269250" y="388548"/>
                  </a:cubicBezTo>
                  <a:lnTo>
                    <a:pt x="244165" y="376828"/>
                  </a:lnTo>
                  <a:lnTo>
                    <a:pt x="235468" y="385525"/>
                  </a:lnTo>
                  <a:lnTo>
                    <a:pt x="274765" y="424822"/>
                  </a:lnTo>
                  <a:moveTo>
                    <a:pt x="319394" y="380194"/>
                  </a:moveTo>
                  <a:lnTo>
                    <a:pt x="327190" y="372398"/>
                  </a:lnTo>
                  <a:lnTo>
                    <a:pt x="297491" y="342700"/>
                  </a:lnTo>
                  <a:lnTo>
                    <a:pt x="289695" y="350496"/>
                  </a:lnTo>
                  <a:lnTo>
                    <a:pt x="319394" y="380194"/>
                  </a:lnTo>
                  <a:moveTo>
                    <a:pt x="288847" y="341798"/>
                  </a:moveTo>
                  <a:cubicBezTo>
                    <a:pt x="291498" y="339147"/>
                    <a:pt x="291657" y="335594"/>
                    <a:pt x="289058" y="332995"/>
                  </a:cubicBezTo>
                  <a:cubicBezTo>
                    <a:pt x="286513" y="330449"/>
                    <a:pt x="282960" y="330608"/>
                    <a:pt x="280308" y="333260"/>
                  </a:cubicBezTo>
                  <a:cubicBezTo>
                    <a:pt x="277604" y="335965"/>
                    <a:pt x="277444" y="339518"/>
                    <a:pt x="279990" y="342064"/>
                  </a:cubicBezTo>
                  <a:cubicBezTo>
                    <a:pt x="282589" y="344662"/>
                    <a:pt x="286142" y="344503"/>
                    <a:pt x="288847" y="341798"/>
                  </a:cubicBezTo>
                  <a:moveTo>
                    <a:pt x="335500" y="364088"/>
                  </a:moveTo>
                  <a:lnTo>
                    <a:pt x="343296" y="356292"/>
                  </a:lnTo>
                  <a:lnTo>
                    <a:pt x="322879" y="335874"/>
                  </a:lnTo>
                  <a:cubicBezTo>
                    <a:pt x="322879" y="331525"/>
                    <a:pt x="323249" y="328820"/>
                    <a:pt x="325689" y="326381"/>
                  </a:cubicBezTo>
                  <a:cubicBezTo>
                    <a:pt x="328606" y="323464"/>
                    <a:pt x="331470" y="323783"/>
                    <a:pt x="336083" y="328396"/>
                  </a:cubicBezTo>
                  <a:lnTo>
                    <a:pt x="353638" y="345950"/>
                  </a:lnTo>
                  <a:lnTo>
                    <a:pt x="361433" y="338155"/>
                  </a:lnTo>
                  <a:lnTo>
                    <a:pt x="342925" y="319646"/>
                  </a:lnTo>
                  <a:cubicBezTo>
                    <a:pt x="335447" y="312169"/>
                    <a:pt x="328235" y="310471"/>
                    <a:pt x="321818" y="316888"/>
                  </a:cubicBezTo>
                  <a:cubicBezTo>
                    <a:pt x="317787" y="320919"/>
                    <a:pt x="316886" y="326063"/>
                    <a:pt x="316832" y="331207"/>
                  </a:cubicBezTo>
                  <a:lnTo>
                    <a:pt x="316673" y="331366"/>
                  </a:lnTo>
                  <a:lnTo>
                    <a:pt x="312166" y="328025"/>
                  </a:lnTo>
                  <a:lnTo>
                    <a:pt x="305802" y="334389"/>
                  </a:lnTo>
                  <a:lnTo>
                    <a:pt x="335500" y="364088"/>
                  </a:lnTo>
                  <a:moveTo>
                    <a:pt x="380665" y="320408"/>
                  </a:moveTo>
                  <a:cubicBezTo>
                    <a:pt x="383740" y="317332"/>
                    <a:pt x="385013" y="312665"/>
                    <a:pt x="385066" y="308370"/>
                  </a:cubicBezTo>
                  <a:lnTo>
                    <a:pt x="385279" y="308158"/>
                  </a:lnTo>
                  <a:lnTo>
                    <a:pt x="388937" y="310650"/>
                  </a:lnTo>
                  <a:lnTo>
                    <a:pt x="395249" y="304339"/>
                  </a:lnTo>
                  <a:lnTo>
                    <a:pt x="352928" y="262019"/>
                  </a:lnTo>
                  <a:lnTo>
                    <a:pt x="345185" y="269762"/>
                  </a:lnTo>
                  <a:lnTo>
                    <a:pt x="355633" y="280209"/>
                  </a:lnTo>
                  <a:lnTo>
                    <a:pt x="360565" y="284611"/>
                  </a:lnTo>
                  <a:cubicBezTo>
                    <a:pt x="356482" y="284770"/>
                    <a:pt x="353140" y="285566"/>
                    <a:pt x="349799" y="288907"/>
                  </a:cubicBezTo>
                  <a:cubicBezTo>
                    <a:pt x="343382" y="295324"/>
                    <a:pt x="343276" y="307309"/>
                    <a:pt x="352928" y="316961"/>
                  </a:cubicBezTo>
                  <a:cubicBezTo>
                    <a:pt x="362686" y="326719"/>
                    <a:pt x="373293" y="327780"/>
                    <a:pt x="380665" y="320408"/>
                  </a:cubicBezTo>
                  <a:moveTo>
                    <a:pt x="376263" y="311976"/>
                  </a:moveTo>
                  <a:cubicBezTo>
                    <a:pt x="372338" y="315901"/>
                    <a:pt x="367035" y="315052"/>
                    <a:pt x="360883" y="308900"/>
                  </a:cubicBezTo>
                  <a:cubicBezTo>
                    <a:pt x="354943" y="302960"/>
                    <a:pt x="354572" y="296968"/>
                    <a:pt x="357913" y="293627"/>
                  </a:cubicBezTo>
                  <a:cubicBezTo>
                    <a:pt x="359770" y="291770"/>
                    <a:pt x="362262" y="290444"/>
                    <a:pt x="365709" y="290285"/>
                  </a:cubicBezTo>
                  <a:lnTo>
                    <a:pt x="378755" y="303332"/>
                  </a:lnTo>
                  <a:cubicBezTo>
                    <a:pt x="379232" y="307309"/>
                    <a:pt x="378331" y="309908"/>
                    <a:pt x="376263" y="311976"/>
                  </a:cubicBezTo>
                  <a:moveTo>
                    <a:pt x="404240" y="295348"/>
                  </a:moveTo>
                  <a:lnTo>
                    <a:pt x="411294" y="288294"/>
                  </a:lnTo>
                  <a:lnTo>
                    <a:pt x="394907" y="271907"/>
                  </a:lnTo>
                  <a:cubicBezTo>
                    <a:pt x="391195" y="268195"/>
                    <a:pt x="385096" y="263368"/>
                    <a:pt x="381012" y="260027"/>
                  </a:cubicBezTo>
                  <a:lnTo>
                    <a:pt x="381224" y="259815"/>
                  </a:lnTo>
                  <a:lnTo>
                    <a:pt x="393581" y="265914"/>
                  </a:lnTo>
                  <a:lnTo>
                    <a:pt x="416173" y="276308"/>
                  </a:lnTo>
                  <a:lnTo>
                    <a:pt x="420681" y="271801"/>
                  </a:lnTo>
                  <a:lnTo>
                    <a:pt x="410233" y="249262"/>
                  </a:lnTo>
                  <a:lnTo>
                    <a:pt x="404188" y="236852"/>
                  </a:lnTo>
                  <a:lnTo>
                    <a:pt x="404453" y="236587"/>
                  </a:lnTo>
                  <a:cubicBezTo>
                    <a:pt x="407741" y="240724"/>
                    <a:pt x="412620" y="246769"/>
                    <a:pt x="416332" y="250481"/>
                  </a:cubicBezTo>
                  <a:lnTo>
                    <a:pt x="432719" y="266869"/>
                  </a:lnTo>
                  <a:lnTo>
                    <a:pt x="439879" y="259709"/>
                  </a:lnTo>
                  <a:lnTo>
                    <a:pt x="400581" y="220412"/>
                  </a:lnTo>
                  <a:lnTo>
                    <a:pt x="391884" y="229109"/>
                  </a:lnTo>
                  <a:lnTo>
                    <a:pt x="403763" y="254035"/>
                  </a:lnTo>
                  <a:cubicBezTo>
                    <a:pt x="405354" y="257323"/>
                    <a:pt x="407263" y="260611"/>
                    <a:pt x="408907" y="263952"/>
                  </a:cubicBezTo>
                  <a:lnTo>
                    <a:pt x="408643" y="264217"/>
                  </a:lnTo>
                  <a:cubicBezTo>
                    <a:pt x="405354" y="262520"/>
                    <a:pt x="402013" y="260664"/>
                    <a:pt x="398725" y="259073"/>
                  </a:cubicBezTo>
                  <a:lnTo>
                    <a:pt x="373640" y="247352"/>
                  </a:lnTo>
                  <a:lnTo>
                    <a:pt x="364943" y="256050"/>
                  </a:lnTo>
                  <a:lnTo>
                    <a:pt x="404240" y="295348"/>
                  </a:lnTo>
                  <a:moveTo>
                    <a:pt x="456929" y="244143"/>
                  </a:moveTo>
                  <a:cubicBezTo>
                    <a:pt x="460324" y="240749"/>
                    <a:pt x="461597" y="236082"/>
                    <a:pt x="461968" y="231256"/>
                  </a:cubicBezTo>
                  <a:lnTo>
                    <a:pt x="462180" y="231044"/>
                  </a:lnTo>
                  <a:lnTo>
                    <a:pt x="465892" y="233696"/>
                  </a:lnTo>
                  <a:lnTo>
                    <a:pt x="472256" y="227332"/>
                  </a:lnTo>
                  <a:lnTo>
                    <a:pt x="454915" y="209990"/>
                  </a:lnTo>
                  <a:cubicBezTo>
                    <a:pt x="446323" y="201398"/>
                    <a:pt x="437944" y="200762"/>
                    <a:pt x="430413" y="208293"/>
                  </a:cubicBezTo>
                  <a:cubicBezTo>
                    <a:pt x="425746" y="212960"/>
                    <a:pt x="423254" y="218953"/>
                    <a:pt x="421928" y="224627"/>
                  </a:cubicBezTo>
                  <a:lnTo>
                    <a:pt x="429883" y="226960"/>
                  </a:lnTo>
                  <a:cubicBezTo>
                    <a:pt x="431050" y="222612"/>
                    <a:pt x="432481" y="218740"/>
                    <a:pt x="435239" y="215983"/>
                  </a:cubicBezTo>
                  <a:cubicBezTo>
                    <a:pt x="438898" y="212323"/>
                    <a:pt x="442399" y="213278"/>
                    <a:pt x="445475" y="216035"/>
                  </a:cubicBezTo>
                  <a:cubicBezTo>
                    <a:pt x="434762" y="229294"/>
                    <a:pt x="432959" y="237779"/>
                    <a:pt x="439323" y="244143"/>
                  </a:cubicBezTo>
                  <a:cubicBezTo>
                    <a:pt x="444361" y="249181"/>
                    <a:pt x="451627" y="249446"/>
                    <a:pt x="456929" y="244143"/>
                  </a:cubicBezTo>
                  <a:moveTo>
                    <a:pt x="453376" y="235499"/>
                  </a:moveTo>
                  <a:cubicBezTo>
                    <a:pt x="451096" y="237779"/>
                    <a:pt x="448444" y="238415"/>
                    <a:pt x="446111" y="236082"/>
                  </a:cubicBezTo>
                  <a:cubicBezTo>
                    <a:pt x="443459" y="233431"/>
                    <a:pt x="443884" y="228976"/>
                    <a:pt x="450248" y="220808"/>
                  </a:cubicBezTo>
                  <a:lnTo>
                    <a:pt x="456240" y="226801"/>
                  </a:lnTo>
                  <a:cubicBezTo>
                    <a:pt x="456187" y="230567"/>
                    <a:pt x="455604" y="233272"/>
                    <a:pt x="453376" y="235499"/>
                  </a:cubicBezTo>
                  <a:moveTo>
                    <a:pt x="489430" y="211643"/>
                  </a:moveTo>
                  <a:cubicBezTo>
                    <a:pt x="497172" y="203900"/>
                    <a:pt x="497066" y="195628"/>
                    <a:pt x="491869" y="190430"/>
                  </a:cubicBezTo>
                  <a:cubicBezTo>
                    <a:pt x="486353" y="184915"/>
                    <a:pt x="480043" y="187301"/>
                    <a:pt x="474633" y="189741"/>
                  </a:cubicBezTo>
                  <a:cubicBezTo>
                    <a:pt x="470338" y="191703"/>
                    <a:pt x="466784" y="193665"/>
                    <a:pt x="464610" y="191491"/>
                  </a:cubicBezTo>
                  <a:cubicBezTo>
                    <a:pt x="462913" y="189794"/>
                    <a:pt x="463019" y="187354"/>
                    <a:pt x="465724" y="184649"/>
                  </a:cubicBezTo>
                  <a:cubicBezTo>
                    <a:pt x="467898" y="182475"/>
                    <a:pt x="470974" y="181415"/>
                    <a:pt x="474633" y="180831"/>
                  </a:cubicBezTo>
                  <a:lnTo>
                    <a:pt x="473413" y="172611"/>
                  </a:lnTo>
                  <a:cubicBezTo>
                    <a:pt x="469118" y="173194"/>
                    <a:pt x="463973" y="174733"/>
                    <a:pt x="459678" y="179028"/>
                  </a:cubicBezTo>
                  <a:cubicBezTo>
                    <a:pt x="452890" y="185816"/>
                    <a:pt x="452359" y="193877"/>
                    <a:pt x="457663" y="199181"/>
                  </a:cubicBezTo>
                  <a:cubicBezTo>
                    <a:pt x="462648" y="204166"/>
                    <a:pt x="469118" y="202256"/>
                    <a:pt x="474315" y="199923"/>
                  </a:cubicBezTo>
                  <a:cubicBezTo>
                    <a:pt x="478664" y="198014"/>
                    <a:pt x="482747" y="195946"/>
                    <a:pt x="484975" y="198173"/>
                  </a:cubicBezTo>
                  <a:cubicBezTo>
                    <a:pt x="486831" y="200029"/>
                    <a:pt x="486778" y="202628"/>
                    <a:pt x="483808" y="205598"/>
                  </a:cubicBezTo>
                  <a:cubicBezTo>
                    <a:pt x="481050" y="208355"/>
                    <a:pt x="477338" y="209734"/>
                    <a:pt x="472618" y="210317"/>
                  </a:cubicBezTo>
                  <a:lnTo>
                    <a:pt x="473944" y="218750"/>
                  </a:lnTo>
                  <a:cubicBezTo>
                    <a:pt x="479353" y="218219"/>
                    <a:pt x="485452" y="215621"/>
                    <a:pt x="489430" y="211643"/>
                  </a:cubicBezTo>
                  <a:moveTo>
                    <a:pt x="516830" y="184243"/>
                  </a:moveTo>
                  <a:cubicBezTo>
                    <a:pt x="519429" y="181644"/>
                    <a:pt x="520914" y="178992"/>
                    <a:pt x="521975" y="176871"/>
                  </a:cubicBezTo>
                  <a:lnTo>
                    <a:pt x="515027" y="172469"/>
                  </a:lnTo>
                  <a:cubicBezTo>
                    <a:pt x="514550" y="173582"/>
                    <a:pt x="513701" y="175067"/>
                    <a:pt x="512747" y="176022"/>
                  </a:cubicBezTo>
                  <a:cubicBezTo>
                    <a:pt x="510095" y="178674"/>
                    <a:pt x="507125" y="178462"/>
                    <a:pt x="503731" y="175067"/>
                  </a:cubicBezTo>
                  <a:lnTo>
                    <a:pt x="490579" y="161915"/>
                  </a:lnTo>
                  <a:lnTo>
                    <a:pt x="497897" y="154597"/>
                  </a:lnTo>
                  <a:lnTo>
                    <a:pt x="491746" y="148445"/>
                  </a:lnTo>
                  <a:lnTo>
                    <a:pt x="484427" y="155764"/>
                  </a:lnTo>
                  <a:lnTo>
                    <a:pt x="476419" y="147755"/>
                  </a:lnTo>
                  <a:lnTo>
                    <a:pt x="469949" y="154226"/>
                  </a:lnTo>
                  <a:lnTo>
                    <a:pt x="477056" y="163135"/>
                  </a:lnTo>
                  <a:lnTo>
                    <a:pt x="472813" y="168120"/>
                  </a:lnTo>
                  <a:lnTo>
                    <a:pt x="478594" y="173901"/>
                  </a:lnTo>
                  <a:lnTo>
                    <a:pt x="482783" y="169711"/>
                  </a:lnTo>
                  <a:lnTo>
                    <a:pt x="495935" y="182863"/>
                  </a:lnTo>
                  <a:cubicBezTo>
                    <a:pt x="502565" y="189493"/>
                    <a:pt x="509777" y="191296"/>
                    <a:pt x="516830" y="184243"/>
                  </a:cubicBezTo>
                  <a:moveTo>
                    <a:pt x="540184" y="160888"/>
                  </a:moveTo>
                  <a:cubicBezTo>
                    <a:pt x="543844" y="157229"/>
                    <a:pt x="546336" y="152191"/>
                    <a:pt x="547238" y="147259"/>
                  </a:cubicBezTo>
                  <a:lnTo>
                    <a:pt x="539813" y="145138"/>
                  </a:lnTo>
                  <a:cubicBezTo>
                    <a:pt x="539018" y="148585"/>
                    <a:pt x="537639" y="151448"/>
                    <a:pt x="535199" y="153888"/>
                  </a:cubicBezTo>
                  <a:cubicBezTo>
                    <a:pt x="530798" y="158290"/>
                    <a:pt x="525070" y="158926"/>
                    <a:pt x="519554" y="154684"/>
                  </a:cubicBezTo>
                  <a:lnTo>
                    <a:pt x="537851" y="136387"/>
                  </a:lnTo>
                  <a:cubicBezTo>
                    <a:pt x="537374" y="135485"/>
                    <a:pt x="536101" y="133895"/>
                    <a:pt x="534616" y="132410"/>
                  </a:cubicBezTo>
                  <a:cubicBezTo>
                    <a:pt x="526449" y="124243"/>
                    <a:pt x="516214" y="122492"/>
                    <a:pt x="508046" y="130660"/>
                  </a:cubicBezTo>
                  <a:cubicBezTo>
                    <a:pt x="500993" y="137713"/>
                    <a:pt x="500198" y="150494"/>
                    <a:pt x="509797" y="160093"/>
                  </a:cubicBezTo>
                  <a:cubicBezTo>
                    <a:pt x="519608" y="169904"/>
                    <a:pt x="531858" y="169214"/>
                    <a:pt x="540184" y="160888"/>
                  </a:cubicBezTo>
                  <a:moveTo>
                    <a:pt x="514252" y="149593"/>
                  </a:moveTo>
                  <a:cubicBezTo>
                    <a:pt x="510539" y="144713"/>
                    <a:pt x="511069" y="139728"/>
                    <a:pt x="514198" y="136599"/>
                  </a:cubicBezTo>
                  <a:cubicBezTo>
                    <a:pt x="518017" y="132781"/>
                    <a:pt x="522365" y="133523"/>
                    <a:pt x="526343" y="137501"/>
                  </a:cubicBezTo>
                  <a:lnTo>
                    <a:pt x="514252" y="149593"/>
                  </a:lnTo>
                  <a:moveTo>
                    <a:pt x="557317" y="142271"/>
                  </a:moveTo>
                  <a:lnTo>
                    <a:pt x="565113" y="134475"/>
                  </a:lnTo>
                  <a:lnTo>
                    <a:pt x="547400" y="116762"/>
                  </a:lnTo>
                  <a:cubicBezTo>
                    <a:pt x="544748" y="110822"/>
                    <a:pt x="546021" y="106474"/>
                    <a:pt x="548354" y="104140"/>
                  </a:cubicBezTo>
                  <a:cubicBezTo>
                    <a:pt x="549574" y="102920"/>
                    <a:pt x="550582" y="102231"/>
                    <a:pt x="551960" y="101488"/>
                  </a:cubicBezTo>
                  <a:lnTo>
                    <a:pt x="546551" y="93427"/>
                  </a:lnTo>
                  <a:cubicBezTo>
                    <a:pt x="545279" y="93958"/>
                    <a:pt x="544059" y="94647"/>
                    <a:pt x="542415" y="96291"/>
                  </a:cubicBezTo>
                  <a:cubicBezTo>
                    <a:pt x="539339" y="99367"/>
                    <a:pt x="538278" y="104671"/>
                    <a:pt x="539975" y="110716"/>
                  </a:cubicBezTo>
                  <a:lnTo>
                    <a:pt x="539816" y="110875"/>
                  </a:lnTo>
                  <a:lnTo>
                    <a:pt x="533983" y="106208"/>
                  </a:lnTo>
                  <a:lnTo>
                    <a:pt x="527618" y="112573"/>
                  </a:lnTo>
                  <a:lnTo>
                    <a:pt x="557317" y="142271"/>
                  </a:lnTo>
                </a:path>
              </a:pathLst>
            </a:custGeom>
            <a:solidFill>
              <a:srgbClr val="999999">
                <a:alpha val="30000"/>
              </a:srgbClr>
            </a:solidFill>
          </p:spPr>
        </p:sp>
        <p:sp>
          <p:nvSpPr>
            <p:cNvPr id="6" name="shape158"/>
            <p:cNvSpPr/>
            <p:nvPr/>
          </p:nvSpPr>
          <p:spPr>
            <a:xfrm>
              <a:off x="5263974" y="809843"/>
              <a:ext cx="192000" cy="192000"/>
            </a:xfrm>
            <a:custGeom>
              <a:avLst/>
              <a:gdLst/>
              <a:ahLst/>
              <a:cxnLst/>
              <a:rect l="0" t="0" r="0" b="0"/>
              <a:pathLst>
                <a:path w="192000" h="192000">
                  <a:moveTo>
                    <a:pt x="83426" y="386789"/>
                  </a:moveTo>
                  <a:lnTo>
                    <a:pt x="51606" y="418609"/>
                  </a:lnTo>
                  <a:cubicBezTo>
                    <a:pt x="43204" y="427012"/>
                    <a:pt x="37083" y="433137"/>
                    <a:pt x="32653" y="438356"/>
                  </a:cubicBezTo>
                  <a:cubicBezTo>
                    <a:pt x="28254" y="443537"/>
                    <a:pt x="25770" y="447547"/>
                    <a:pt x="24445" y="451623"/>
                  </a:cubicBezTo>
                  <a:cubicBezTo>
                    <a:pt x="21968" y="459248"/>
                    <a:pt x="21968" y="467463"/>
                    <a:pt x="24445" y="475089"/>
                  </a:cubicBezTo>
                  <a:cubicBezTo>
                    <a:pt x="25770" y="479164"/>
                    <a:pt x="28254" y="483175"/>
                    <a:pt x="32653" y="488356"/>
                  </a:cubicBezTo>
                  <a:cubicBezTo>
                    <a:pt x="37083" y="493574"/>
                    <a:pt x="43204" y="499700"/>
                    <a:pt x="51606" y="508102"/>
                  </a:cubicBezTo>
                  <a:lnTo>
                    <a:pt x="83426" y="539922"/>
                  </a:lnTo>
                  <a:cubicBezTo>
                    <a:pt x="91829" y="548325"/>
                    <a:pt x="97954" y="554445"/>
                    <a:pt x="103173" y="558875"/>
                  </a:cubicBezTo>
                  <a:cubicBezTo>
                    <a:pt x="108354" y="563274"/>
                    <a:pt x="112364" y="565759"/>
                    <a:pt x="116440" y="567083"/>
                  </a:cubicBezTo>
                  <a:cubicBezTo>
                    <a:pt x="124066" y="569561"/>
                    <a:pt x="132280" y="569561"/>
                    <a:pt x="139906" y="567083"/>
                  </a:cubicBezTo>
                  <a:cubicBezTo>
                    <a:pt x="143981" y="565759"/>
                    <a:pt x="147992" y="563274"/>
                    <a:pt x="153173" y="558875"/>
                  </a:cubicBezTo>
                  <a:cubicBezTo>
                    <a:pt x="158392" y="554445"/>
                    <a:pt x="164516" y="548325"/>
                    <a:pt x="172919" y="539922"/>
                  </a:cubicBezTo>
                  <a:lnTo>
                    <a:pt x="204739" y="508102"/>
                  </a:lnTo>
                  <a:cubicBezTo>
                    <a:pt x="213142" y="499700"/>
                    <a:pt x="219262" y="493574"/>
                    <a:pt x="223693" y="488356"/>
                  </a:cubicBezTo>
                  <a:cubicBezTo>
                    <a:pt x="228091" y="483175"/>
                    <a:pt x="230576" y="479164"/>
                    <a:pt x="231900" y="475088"/>
                  </a:cubicBezTo>
                  <a:cubicBezTo>
                    <a:pt x="234378" y="467463"/>
                    <a:pt x="234378" y="459248"/>
                    <a:pt x="231900" y="451623"/>
                  </a:cubicBezTo>
                  <a:cubicBezTo>
                    <a:pt x="230576" y="447547"/>
                    <a:pt x="228091" y="443537"/>
                    <a:pt x="223693" y="438356"/>
                  </a:cubicBezTo>
                  <a:cubicBezTo>
                    <a:pt x="219262" y="433137"/>
                    <a:pt x="213142" y="427012"/>
                    <a:pt x="204739" y="418609"/>
                  </a:cubicBezTo>
                  <a:lnTo>
                    <a:pt x="172919" y="386789"/>
                  </a:lnTo>
                  <a:cubicBezTo>
                    <a:pt x="164516" y="378386"/>
                    <a:pt x="158392" y="372266"/>
                    <a:pt x="153173" y="367836"/>
                  </a:cubicBezTo>
                  <a:cubicBezTo>
                    <a:pt x="147992" y="363437"/>
                    <a:pt x="143981" y="360952"/>
                    <a:pt x="139906" y="359628"/>
                  </a:cubicBezTo>
                  <a:cubicBezTo>
                    <a:pt x="132280" y="357151"/>
                    <a:pt x="124066" y="357151"/>
                    <a:pt x="116440" y="359628"/>
                  </a:cubicBezTo>
                  <a:cubicBezTo>
                    <a:pt x="112364" y="360952"/>
                    <a:pt x="108354" y="363437"/>
                    <a:pt x="103173" y="367836"/>
                  </a:cubicBezTo>
                  <a:cubicBezTo>
                    <a:pt x="97954" y="372266"/>
                    <a:pt x="91829" y="378386"/>
                    <a:pt x="83426" y="386789"/>
                  </a:cubicBezTo>
                  <a:moveTo>
                    <a:pt x="20433" y="476392"/>
                  </a:moveTo>
                  <a:cubicBezTo>
                    <a:pt x="23563" y="486025"/>
                    <a:pt x="31916" y="494378"/>
                    <a:pt x="48623" y="511085"/>
                  </a:cubicBezTo>
                  <a:lnTo>
                    <a:pt x="80443" y="542905"/>
                  </a:lnTo>
                  <a:cubicBezTo>
                    <a:pt x="97150" y="559612"/>
                    <a:pt x="105503" y="567965"/>
                    <a:pt x="115136" y="571096"/>
                  </a:cubicBezTo>
                  <a:cubicBezTo>
                    <a:pt x="123609" y="573848"/>
                    <a:pt x="132736" y="573848"/>
                    <a:pt x="141209" y="571096"/>
                  </a:cubicBezTo>
                  <a:cubicBezTo>
                    <a:pt x="150842" y="567965"/>
                    <a:pt x="159196" y="559612"/>
                    <a:pt x="175903" y="542905"/>
                  </a:cubicBezTo>
                  <a:lnTo>
                    <a:pt x="207722" y="511085"/>
                  </a:lnTo>
                  <a:cubicBezTo>
                    <a:pt x="224429" y="494378"/>
                    <a:pt x="232783" y="486025"/>
                    <a:pt x="235913" y="476392"/>
                  </a:cubicBezTo>
                  <a:cubicBezTo>
                    <a:pt x="238666" y="467919"/>
                    <a:pt x="238666" y="458792"/>
                    <a:pt x="235913" y="450319"/>
                  </a:cubicBezTo>
                  <a:cubicBezTo>
                    <a:pt x="232783" y="440686"/>
                    <a:pt x="224429" y="432333"/>
                    <a:pt x="207722" y="415626"/>
                  </a:cubicBezTo>
                  <a:lnTo>
                    <a:pt x="175903" y="383806"/>
                  </a:lnTo>
                  <a:cubicBezTo>
                    <a:pt x="159196" y="367099"/>
                    <a:pt x="150842" y="358746"/>
                    <a:pt x="141209" y="355616"/>
                  </a:cubicBezTo>
                  <a:cubicBezTo>
                    <a:pt x="132736" y="352863"/>
                    <a:pt x="123609" y="352863"/>
                    <a:pt x="115136" y="355616"/>
                  </a:cubicBezTo>
                  <a:cubicBezTo>
                    <a:pt x="105503" y="358746"/>
                    <a:pt x="97150" y="367099"/>
                    <a:pt x="80443" y="383806"/>
                  </a:cubicBezTo>
                  <a:lnTo>
                    <a:pt x="48623" y="415626"/>
                  </a:lnTo>
                  <a:cubicBezTo>
                    <a:pt x="31916" y="432333"/>
                    <a:pt x="23563" y="440686"/>
                    <a:pt x="20433" y="450319"/>
                  </a:cubicBezTo>
                  <a:cubicBezTo>
                    <a:pt x="17680" y="458792"/>
                    <a:pt x="17680" y="467919"/>
                    <a:pt x="20433" y="476392"/>
                  </a:cubicBezTo>
                </a:path>
              </a:pathLst>
            </a:custGeom>
            <a:solidFill>
              <a:srgbClr val="999999">
                <a:alpha val="30000"/>
              </a:srgbClr>
            </a:solidFill>
          </p:spPr>
        </p:sp>
        <p:sp>
          <p:nvSpPr>
            <p:cNvPr id="7" name="shape159"/>
            <p:cNvSpPr/>
            <p:nvPr/>
          </p:nvSpPr>
          <p:spPr>
            <a:xfrm>
              <a:off x="5263974" y="809843"/>
              <a:ext cx="192000" cy="192000"/>
            </a:xfrm>
            <a:custGeom>
              <a:avLst/>
              <a:gdLst/>
              <a:ahLst/>
              <a:cxnLst/>
              <a:rect l="0" t="0" r="0" b="0"/>
              <a:pathLst>
                <a:path w="192000" h="192000">
                  <a:moveTo>
                    <a:pt x="85406" y="472474"/>
                  </a:moveTo>
                  <a:lnTo>
                    <a:pt x="118879" y="505946"/>
                  </a:lnTo>
                  <a:lnTo>
                    <a:pt x="118879" y="495683"/>
                  </a:lnTo>
                  <a:cubicBezTo>
                    <a:pt x="118879" y="490628"/>
                    <a:pt x="122977" y="486530"/>
                    <a:pt x="128032" y="486530"/>
                  </a:cubicBezTo>
                  <a:cubicBezTo>
                    <a:pt x="133087" y="486530"/>
                    <a:pt x="137185" y="490628"/>
                    <a:pt x="137185" y="495683"/>
                  </a:cubicBezTo>
                  <a:lnTo>
                    <a:pt x="137185" y="516995"/>
                  </a:lnTo>
                  <a:cubicBezTo>
                    <a:pt x="137185" y="529227"/>
                    <a:pt x="122396" y="535353"/>
                    <a:pt x="113747" y="526703"/>
                  </a:cubicBezTo>
                  <a:lnTo>
                    <a:pt x="64649" y="477607"/>
                  </a:lnTo>
                  <a:cubicBezTo>
                    <a:pt x="56000" y="468957"/>
                    <a:pt x="62126" y="454168"/>
                    <a:pt x="74357" y="454168"/>
                  </a:cubicBezTo>
                  <a:lnTo>
                    <a:pt x="170657" y="454168"/>
                  </a:lnTo>
                  <a:lnTo>
                    <a:pt x="137185" y="420696"/>
                  </a:lnTo>
                  <a:lnTo>
                    <a:pt x="137185" y="430960"/>
                  </a:lnTo>
                  <a:cubicBezTo>
                    <a:pt x="137185" y="436015"/>
                    <a:pt x="133087" y="440113"/>
                    <a:pt x="128032" y="440113"/>
                  </a:cubicBezTo>
                  <a:cubicBezTo>
                    <a:pt x="122977" y="440113"/>
                    <a:pt x="118879" y="436015"/>
                    <a:pt x="118879" y="430960"/>
                  </a:cubicBezTo>
                  <a:lnTo>
                    <a:pt x="118879" y="409648"/>
                  </a:lnTo>
                  <a:cubicBezTo>
                    <a:pt x="118879" y="397415"/>
                    <a:pt x="133667" y="391289"/>
                    <a:pt x="142316" y="399939"/>
                  </a:cubicBezTo>
                  <a:lnTo>
                    <a:pt x="191414" y="449036"/>
                  </a:lnTo>
                  <a:cubicBezTo>
                    <a:pt x="200063" y="457685"/>
                    <a:pt x="193937" y="472474"/>
                    <a:pt x="181706" y="472474"/>
                  </a:cubicBezTo>
                  <a:lnTo>
                    <a:pt x="85406" y="472474"/>
                  </a:lnTo>
                </a:path>
              </a:pathLst>
            </a:custGeom>
            <a:solidFill>
              <a:srgbClr val="999999">
                <a:alpha val="30000"/>
              </a:srgbClr>
            </a:solidFill>
          </p:spPr>
        </p:sp>
        <p:sp>
          <p:nvSpPr>
            <p:cNvPr id="8" name="shape160"/>
            <p:cNvSpPr/>
            <p:nvPr/>
          </p:nvSpPr>
          <p:spPr>
            <a:xfrm>
              <a:off x="5263974" y="809843"/>
              <a:ext cx="2760000" cy="2760000"/>
            </a:xfrm>
            <a:custGeom>
              <a:avLst/>
              <a:gdLst/>
              <a:ahLst/>
              <a:cxnLst/>
              <a:rect l="0" t="0" r="0" b="0"/>
              <a:pathLst>
                <a:path w="2760000" h="2760000">
                  <a:moveTo>
                    <a:pt x="174745" y="308150"/>
                  </a:moveTo>
                  <a:cubicBezTo>
                    <a:pt x="179624" y="318332"/>
                    <a:pt x="182488" y="330530"/>
                    <a:pt x="182488" y="340076"/>
                  </a:cubicBezTo>
                  <a:cubicBezTo>
                    <a:pt x="185140" y="340500"/>
                    <a:pt x="190284" y="342250"/>
                    <a:pt x="192405" y="343205"/>
                  </a:cubicBezTo>
                  <a:cubicBezTo>
                    <a:pt x="192299" y="340659"/>
                    <a:pt x="192034" y="337954"/>
                    <a:pt x="191716" y="335197"/>
                  </a:cubicBezTo>
                  <a:lnTo>
                    <a:pt x="218975" y="362456"/>
                  </a:lnTo>
                  <a:lnTo>
                    <a:pt x="225127" y="356304"/>
                  </a:lnTo>
                  <a:lnTo>
                    <a:pt x="188269" y="319446"/>
                  </a:lnTo>
                  <a:cubicBezTo>
                    <a:pt x="186677" y="314143"/>
                    <a:pt x="184715" y="308892"/>
                    <a:pt x="182488" y="304013"/>
                  </a:cubicBezTo>
                  <a:lnTo>
                    <a:pt x="174745" y="308150"/>
                  </a:lnTo>
                  <a:moveTo>
                    <a:pt x="233400" y="332863"/>
                  </a:moveTo>
                  <a:cubicBezTo>
                    <a:pt x="230377" y="335886"/>
                    <a:pt x="227831" y="336841"/>
                    <a:pt x="225869" y="334879"/>
                  </a:cubicBezTo>
                  <a:cubicBezTo>
                    <a:pt x="223217" y="332227"/>
                    <a:pt x="220778" y="327029"/>
                    <a:pt x="217437" y="279883"/>
                  </a:cubicBezTo>
                  <a:cubicBezTo>
                    <a:pt x="217437" y="279247"/>
                    <a:pt x="217384" y="278557"/>
                    <a:pt x="217225" y="278080"/>
                  </a:cubicBezTo>
                  <a:lnTo>
                    <a:pt x="211126" y="279936"/>
                  </a:lnTo>
                  <a:lnTo>
                    <a:pt x="209906" y="281580"/>
                  </a:lnTo>
                  <a:lnTo>
                    <a:pt x="186412" y="305074"/>
                  </a:lnTo>
                  <a:lnTo>
                    <a:pt x="192352" y="311014"/>
                  </a:lnTo>
                  <a:lnTo>
                    <a:pt x="209747" y="293619"/>
                  </a:lnTo>
                  <a:cubicBezTo>
                    <a:pt x="213565" y="333181"/>
                    <a:pt x="216482" y="338113"/>
                    <a:pt x="220247" y="341879"/>
                  </a:cubicBezTo>
                  <a:cubicBezTo>
                    <a:pt x="225179" y="346811"/>
                    <a:pt x="231809" y="346652"/>
                    <a:pt x="239711" y="338750"/>
                  </a:cubicBezTo>
                  <a:lnTo>
                    <a:pt x="250264" y="328196"/>
                  </a:lnTo>
                  <a:cubicBezTo>
                    <a:pt x="256894" y="321567"/>
                    <a:pt x="256946" y="316847"/>
                    <a:pt x="246128" y="304544"/>
                  </a:cubicBezTo>
                  <a:cubicBezTo>
                    <a:pt x="244112" y="306028"/>
                    <a:pt x="241090" y="307354"/>
                    <a:pt x="238544" y="308097"/>
                  </a:cubicBezTo>
                  <a:cubicBezTo>
                    <a:pt x="246658" y="316847"/>
                    <a:pt x="247241" y="319022"/>
                    <a:pt x="244643" y="321620"/>
                  </a:cubicBezTo>
                  <a:lnTo>
                    <a:pt x="233400" y="332863"/>
                  </a:lnTo>
                  <a:moveTo>
                    <a:pt x="292478" y="274208"/>
                  </a:moveTo>
                  <a:lnTo>
                    <a:pt x="290887" y="267421"/>
                  </a:lnTo>
                  <a:cubicBezTo>
                    <a:pt x="283622" y="270974"/>
                    <a:pt x="272750" y="278027"/>
                    <a:pt x="264848" y="284444"/>
                  </a:cubicBezTo>
                  <a:lnTo>
                    <a:pt x="266068" y="291391"/>
                  </a:lnTo>
                  <a:cubicBezTo>
                    <a:pt x="273864" y="285187"/>
                    <a:pt x="284365" y="278504"/>
                    <a:pt x="291577" y="275110"/>
                  </a:cubicBezTo>
                  <a:lnTo>
                    <a:pt x="266492" y="300195"/>
                  </a:lnTo>
                  <a:lnTo>
                    <a:pt x="250795" y="284497"/>
                  </a:lnTo>
                  <a:cubicBezTo>
                    <a:pt x="252969" y="284869"/>
                    <a:pt x="255727" y="285717"/>
                    <a:pt x="257371" y="286513"/>
                  </a:cubicBezTo>
                  <a:cubicBezTo>
                    <a:pt x="259545" y="282959"/>
                    <a:pt x="261613" y="279088"/>
                    <a:pt x="263363" y="275110"/>
                  </a:cubicBezTo>
                  <a:lnTo>
                    <a:pt x="264106" y="279777"/>
                  </a:lnTo>
                  <a:cubicBezTo>
                    <a:pt x="269515" y="276277"/>
                    <a:pt x="277046" y="272564"/>
                    <a:pt x="281607" y="270868"/>
                  </a:cubicBezTo>
                  <a:lnTo>
                    <a:pt x="280281" y="264451"/>
                  </a:lnTo>
                  <a:cubicBezTo>
                    <a:pt x="275985" y="266095"/>
                    <a:pt x="269462" y="269542"/>
                    <a:pt x="264371" y="272830"/>
                  </a:cubicBezTo>
                  <a:cubicBezTo>
                    <a:pt x="265166" y="270761"/>
                    <a:pt x="265962" y="268693"/>
                    <a:pt x="266599" y="266572"/>
                  </a:cubicBezTo>
                  <a:cubicBezTo>
                    <a:pt x="272803" y="264610"/>
                    <a:pt x="278902" y="261693"/>
                    <a:pt x="284470" y="258034"/>
                  </a:cubicBezTo>
                  <a:cubicBezTo>
                    <a:pt x="283940" y="256337"/>
                    <a:pt x="283410" y="253473"/>
                    <a:pt x="283251" y="251192"/>
                  </a:cubicBezTo>
                  <a:lnTo>
                    <a:pt x="299373" y="267314"/>
                  </a:lnTo>
                  <a:lnTo>
                    <a:pt x="292478" y="274208"/>
                  </a:lnTo>
                  <a:moveTo>
                    <a:pt x="243529" y="254321"/>
                  </a:moveTo>
                  <a:cubicBezTo>
                    <a:pt x="244855" y="260845"/>
                    <a:pt x="244271" y="268852"/>
                    <a:pt x="242416" y="275588"/>
                  </a:cubicBezTo>
                  <a:cubicBezTo>
                    <a:pt x="244430" y="275269"/>
                    <a:pt x="248302" y="275110"/>
                    <a:pt x="250264" y="275163"/>
                  </a:cubicBezTo>
                  <a:cubicBezTo>
                    <a:pt x="250636" y="273413"/>
                    <a:pt x="250954" y="271504"/>
                    <a:pt x="251113" y="269542"/>
                  </a:cubicBezTo>
                  <a:cubicBezTo>
                    <a:pt x="253287" y="269489"/>
                    <a:pt x="255568" y="269224"/>
                    <a:pt x="257954" y="268852"/>
                  </a:cubicBezTo>
                  <a:cubicBezTo>
                    <a:pt x="255779" y="273890"/>
                    <a:pt x="252916" y="278981"/>
                    <a:pt x="249840" y="283543"/>
                  </a:cubicBezTo>
                  <a:lnTo>
                    <a:pt x="232074" y="265777"/>
                  </a:lnTo>
                  <a:lnTo>
                    <a:pt x="243529" y="254321"/>
                  </a:lnTo>
                  <a:moveTo>
                    <a:pt x="262621" y="252624"/>
                  </a:moveTo>
                  <a:cubicBezTo>
                    <a:pt x="262303" y="255382"/>
                    <a:pt x="261772" y="258246"/>
                    <a:pt x="260712" y="261215"/>
                  </a:cubicBezTo>
                  <a:cubicBezTo>
                    <a:pt x="257848" y="262170"/>
                    <a:pt x="255037" y="262648"/>
                    <a:pt x="252439" y="262807"/>
                  </a:cubicBezTo>
                  <a:lnTo>
                    <a:pt x="262621" y="252624"/>
                  </a:lnTo>
                  <a:moveTo>
                    <a:pt x="282455" y="250397"/>
                  </a:moveTo>
                  <a:cubicBezTo>
                    <a:pt x="278107" y="253367"/>
                    <a:pt x="273440" y="256124"/>
                    <a:pt x="268826" y="258193"/>
                  </a:cubicBezTo>
                  <a:cubicBezTo>
                    <a:pt x="269939" y="252094"/>
                    <a:pt x="270205" y="246101"/>
                    <a:pt x="269038" y="240692"/>
                  </a:cubicBezTo>
                  <a:lnTo>
                    <a:pt x="263363" y="242124"/>
                  </a:lnTo>
                  <a:lnTo>
                    <a:pt x="262674" y="243238"/>
                  </a:lnTo>
                  <a:lnTo>
                    <a:pt x="251113" y="254798"/>
                  </a:lnTo>
                  <a:cubicBezTo>
                    <a:pt x="250954" y="253367"/>
                    <a:pt x="250688" y="251935"/>
                    <a:pt x="250423" y="250609"/>
                  </a:cubicBezTo>
                  <a:lnTo>
                    <a:pt x="244325" y="253526"/>
                  </a:lnTo>
                  <a:lnTo>
                    <a:pt x="264955" y="232896"/>
                  </a:lnTo>
                  <a:lnTo>
                    <a:pt x="282455" y="250397"/>
                  </a:lnTo>
                  <a:moveTo>
                    <a:pt x="220354" y="266147"/>
                  </a:moveTo>
                  <a:lnTo>
                    <a:pt x="267924" y="313718"/>
                  </a:lnTo>
                  <a:lnTo>
                    <a:pt x="273970" y="307673"/>
                  </a:lnTo>
                  <a:lnTo>
                    <a:pt x="272061" y="305764"/>
                  </a:lnTo>
                  <a:lnTo>
                    <a:pt x="304941" y="272883"/>
                  </a:lnTo>
                  <a:lnTo>
                    <a:pt x="306850" y="274792"/>
                  </a:lnTo>
                  <a:lnTo>
                    <a:pt x="313214" y="268428"/>
                  </a:lnTo>
                  <a:lnTo>
                    <a:pt x="265644" y="220858"/>
                  </a:lnTo>
                  <a:lnTo>
                    <a:pt x="220354" y="266147"/>
                  </a:lnTo>
                  <a:moveTo>
                    <a:pt x="303244" y="231941"/>
                  </a:moveTo>
                  <a:cubicBezTo>
                    <a:pt x="301494" y="230085"/>
                    <a:pt x="299797" y="228388"/>
                    <a:pt x="298312" y="226903"/>
                  </a:cubicBezTo>
                  <a:lnTo>
                    <a:pt x="296350" y="224941"/>
                  </a:lnTo>
                  <a:lnTo>
                    <a:pt x="300539" y="220751"/>
                  </a:lnTo>
                  <a:lnTo>
                    <a:pt x="307487" y="227699"/>
                  </a:lnTo>
                  <a:lnTo>
                    <a:pt x="303244" y="231941"/>
                  </a:lnTo>
                  <a:moveTo>
                    <a:pt x="287864" y="208076"/>
                  </a:moveTo>
                  <a:lnTo>
                    <a:pt x="295448" y="215660"/>
                  </a:lnTo>
                  <a:lnTo>
                    <a:pt x="291259" y="219850"/>
                  </a:lnTo>
                  <a:lnTo>
                    <a:pt x="283675" y="212266"/>
                  </a:lnTo>
                  <a:lnTo>
                    <a:pt x="287864" y="208076"/>
                  </a:lnTo>
                  <a:moveTo>
                    <a:pt x="288236" y="197947"/>
                  </a:moveTo>
                  <a:lnTo>
                    <a:pt x="273334" y="212849"/>
                  </a:lnTo>
                  <a:lnTo>
                    <a:pt x="292903" y="232418"/>
                  </a:lnTo>
                  <a:cubicBezTo>
                    <a:pt x="300380" y="239896"/>
                    <a:pt x="310403" y="250344"/>
                    <a:pt x="314699" y="260155"/>
                  </a:cubicBezTo>
                  <a:cubicBezTo>
                    <a:pt x="316396" y="259519"/>
                    <a:pt x="320798" y="259041"/>
                    <a:pt x="322760" y="259201"/>
                  </a:cubicBezTo>
                  <a:cubicBezTo>
                    <a:pt x="319949" y="252147"/>
                    <a:pt x="314116" y="244298"/>
                    <a:pt x="308229" y="237457"/>
                  </a:cubicBezTo>
                  <a:lnTo>
                    <a:pt x="312737" y="232949"/>
                  </a:lnTo>
                  <a:lnTo>
                    <a:pt x="323980" y="244192"/>
                  </a:lnTo>
                  <a:cubicBezTo>
                    <a:pt x="324616" y="244828"/>
                    <a:pt x="324616" y="245147"/>
                    <a:pt x="324086" y="245783"/>
                  </a:cubicBezTo>
                  <a:cubicBezTo>
                    <a:pt x="323503" y="246367"/>
                    <a:pt x="321965" y="247904"/>
                    <a:pt x="320268" y="249389"/>
                  </a:cubicBezTo>
                  <a:cubicBezTo>
                    <a:pt x="322442" y="250185"/>
                    <a:pt x="325677" y="251935"/>
                    <a:pt x="327321" y="253261"/>
                  </a:cubicBezTo>
                  <a:cubicBezTo>
                    <a:pt x="330132" y="250450"/>
                    <a:pt x="331988" y="248381"/>
                    <a:pt x="332465" y="245889"/>
                  </a:cubicBezTo>
                  <a:cubicBezTo>
                    <a:pt x="333049" y="243503"/>
                    <a:pt x="331829" y="241540"/>
                    <a:pt x="329284" y="238995"/>
                  </a:cubicBezTo>
                  <a:lnTo>
                    <a:pt x="288236" y="197947"/>
                  </a:lnTo>
                  <a:moveTo>
                    <a:pt x="336019" y="229396"/>
                  </a:moveTo>
                  <a:lnTo>
                    <a:pt x="331193" y="224570"/>
                  </a:lnTo>
                  <a:cubicBezTo>
                    <a:pt x="333420" y="224570"/>
                    <a:pt x="336178" y="224676"/>
                    <a:pt x="337556" y="224994"/>
                  </a:cubicBezTo>
                  <a:cubicBezTo>
                    <a:pt x="337504" y="220804"/>
                    <a:pt x="336761" y="216244"/>
                    <a:pt x="335541" y="211630"/>
                  </a:cubicBezTo>
                  <a:cubicBezTo>
                    <a:pt x="339413" y="212319"/>
                    <a:pt x="342966" y="213115"/>
                    <a:pt x="345617" y="214069"/>
                  </a:cubicBezTo>
                  <a:lnTo>
                    <a:pt x="346360" y="207175"/>
                  </a:lnTo>
                  <a:lnTo>
                    <a:pt x="352300" y="213115"/>
                  </a:lnTo>
                  <a:lnTo>
                    <a:pt x="336019" y="229396"/>
                  </a:lnTo>
                  <a:moveTo>
                    <a:pt x="315707" y="209084"/>
                  </a:moveTo>
                  <a:cubicBezTo>
                    <a:pt x="319472" y="209350"/>
                    <a:pt x="323503" y="209774"/>
                    <a:pt x="327427" y="210304"/>
                  </a:cubicBezTo>
                  <a:cubicBezTo>
                    <a:pt x="328700" y="214652"/>
                    <a:pt x="329495" y="218948"/>
                    <a:pt x="329549" y="222926"/>
                  </a:cubicBezTo>
                  <a:lnTo>
                    <a:pt x="315707" y="209084"/>
                  </a:lnTo>
                  <a:moveTo>
                    <a:pt x="344716" y="205531"/>
                  </a:moveTo>
                  <a:cubicBezTo>
                    <a:pt x="341428" y="204682"/>
                    <a:pt x="337345" y="203993"/>
                    <a:pt x="332996" y="203462"/>
                  </a:cubicBezTo>
                  <a:cubicBezTo>
                    <a:pt x="330928" y="197894"/>
                    <a:pt x="328223" y="192326"/>
                    <a:pt x="325200" y="186970"/>
                  </a:cubicBezTo>
                  <a:lnTo>
                    <a:pt x="318783" y="190947"/>
                  </a:lnTo>
                  <a:cubicBezTo>
                    <a:pt x="321063" y="194712"/>
                    <a:pt x="323026" y="198584"/>
                    <a:pt x="324722" y="202508"/>
                  </a:cubicBezTo>
                  <a:cubicBezTo>
                    <a:pt x="321382" y="202243"/>
                    <a:pt x="318146" y="202084"/>
                    <a:pt x="315176" y="201978"/>
                  </a:cubicBezTo>
                  <a:lnTo>
                    <a:pt x="314381" y="207758"/>
                  </a:lnTo>
                  <a:lnTo>
                    <a:pt x="311040" y="204417"/>
                  </a:lnTo>
                  <a:lnTo>
                    <a:pt x="305206" y="210251"/>
                  </a:lnTo>
                  <a:lnTo>
                    <a:pt x="336019" y="241063"/>
                  </a:lnTo>
                  <a:lnTo>
                    <a:pt x="358133" y="218948"/>
                  </a:lnTo>
                  <a:lnTo>
                    <a:pt x="360308" y="221123"/>
                  </a:lnTo>
                  <a:lnTo>
                    <a:pt x="366088" y="215342"/>
                  </a:lnTo>
                  <a:lnTo>
                    <a:pt x="333049" y="182302"/>
                  </a:lnTo>
                  <a:lnTo>
                    <a:pt x="327268" y="188083"/>
                  </a:lnTo>
                  <a:lnTo>
                    <a:pt x="344716" y="205531"/>
                  </a:lnTo>
                  <a:moveTo>
                    <a:pt x="313904" y="183204"/>
                  </a:moveTo>
                  <a:cubicBezTo>
                    <a:pt x="310828" y="182038"/>
                    <a:pt x="305949" y="180764"/>
                    <a:pt x="302290" y="179863"/>
                  </a:cubicBezTo>
                  <a:lnTo>
                    <a:pt x="298577" y="187394"/>
                  </a:lnTo>
                  <a:cubicBezTo>
                    <a:pt x="301176" y="188189"/>
                    <a:pt x="304305" y="189091"/>
                    <a:pt x="307010" y="190099"/>
                  </a:cubicBezTo>
                  <a:lnTo>
                    <a:pt x="295024" y="202084"/>
                  </a:lnTo>
                  <a:lnTo>
                    <a:pt x="300911" y="207970"/>
                  </a:lnTo>
                  <a:lnTo>
                    <a:pt x="331087" y="177794"/>
                  </a:lnTo>
                  <a:lnTo>
                    <a:pt x="325200" y="171908"/>
                  </a:lnTo>
                  <a:lnTo>
                    <a:pt x="313904" y="183204"/>
                  </a:lnTo>
                  <a:moveTo>
                    <a:pt x="398545" y="168143"/>
                  </a:moveTo>
                  <a:lnTo>
                    <a:pt x="396953" y="161354"/>
                  </a:lnTo>
                  <a:cubicBezTo>
                    <a:pt x="389688" y="164908"/>
                    <a:pt x="378816" y="171961"/>
                    <a:pt x="370914" y="178378"/>
                  </a:cubicBezTo>
                  <a:lnTo>
                    <a:pt x="372134" y="185326"/>
                  </a:lnTo>
                  <a:cubicBezTo>
                    <a:pt x="379930" y="179120"/>
                    <a:pt x="390430" y="172438"/>
                    <a:pt x="397643" y="169044"/>
                  </a:cubicBezTo>
                  <a:lnTo>
                    <a:pt x="372559" y="194129"/>
                  </a:lnTo>
                  <a:lnTo>
                    <a:pt x="356861" y="178431"/>
                  </a:lnTo>
                  <a:cubicBezTo>
                    <a:pt x="359035" y="178802"/>
                    <a:pt x="361793" y="179651"/>
                    <a:pt x="363437" y="180446"/>
                  </a:cubicBezTo>
                  <a:cubicBezTo>
                    <a:pt x="365611" y="176893"/>
                    <a:pt x="367679" y="173022"/>
                    <a:pt x="369430" y="169044"/>
                  </a:cubicBezTo>
                  <a:lnTo>
                    <a:pt x="370172" y="173711"/>
                  </a:lnTo>
                  <a:cubicBezTo>
                    <a:pt x="375581" y="170211"/>
                    <a:pt x="383112" y="166499"/>
                    <a:pt x="387673" y="164801"/>
                  </a:cubicBezTo>
                  <a:lnTo>
                    <a:pt x="386347" y="158384"/>
                  </a:lnTo>
                  <a:cubicBezTo>
                    <a:pt x="382051" y="160028"/>
                    <a:pt x="375528" y="163476"/>
                    <a:pt x="370437" y="166764"/>
                  </a:cubicBezTo>
                  <a:cubicBezTo>
                    <a:pt x="371233" y="164696"/>
                    <a:pt x="372028" y="162627"/>
                    <a:pt x="372664" y="160506"/>
                  </a:cubicBezTo>
                  <a:cubicBezTo>
                    <a:pt x="378869" y="158543"/>
                    <a:pt x="384968" y="155627"/>
                    <a:pt x="390536" y="151967"/>
                  </a:cubicBezTo>
                  <a:cubicBezTo>
                    <a:pt x="390006" y="150271"/>
                    <a:pt x="389476" y="147407"/>
                    <a:pt x="389317" y="145126"/>
                  </a:cubicBezTo>
                  <a:lnTo>
                    <a:pt x="405439" y="161248"/>
                  </a:lnTo>
                  <a:lnTo>
                    <a:pt x="398545" y="168143"/>
                  </a:lnTo>
                  <a:moveTo>
                    <a:pt x="349595" y="148255"/>
                  </a:moveTo>
                  <a:cubicBezTo>
                    <a:pt x="350921" y="154778"/>
                    <a:pt x="350338" y="162787"/>
                    <a:pt x="348481" y="169522"/>
                  </a:cubicBezTo>
                  <a:cubicBezTo>
                    <a:pt x="350497" y="169204"/>
                    <a:pt x="354368" y="169044"/>
                    <a:pt x="356330" y="169097"/>
                  </a:cubicBezTo>
                  <a:cubicBezTo>
                    <a:pt x="356701" y="167347"/>
                    <a:pt x="357020" y="165438"/>
                    <a:pt x="357179" y="163476"/>
                  </a:cubicBezTo>
                  <a:cubicBezTo>
                    <a:pt x="359353" y="163423"/>
                    <a:pt x="361634" y="163157"/>
                    <a:pt x="364020" y="162787"/>
                  </a:cubicBezTo>
                  <a:cubicBezTo>
                    <a:pt x="361846" y="167824"/>
                    <a:pt x="358982" y="172916"/>
                    <a:pt x="355906" y="177476"/>
                  </a:cubicBezTo>
                  <a:lnTo>
                    <a:pt x="338140" y="159710"/>
                  </a:lnTo>
                  <a:lnTo>
                    <a:pt x="349595" y="148255"/>
                  </a:lnTo>
                  <a:moveTo>
                    <a:pt x="368687" y="146558"/>
                  </a:moveTo>
                  <a:cubicBezTo>
                    <a:pt x="368369" y="149316"/>
                    <a:pt x="367838" y="152180"/>
                    <a:pt x="366778" y="155150"/>
                  </a:cubicBezTo>
                  <a:cubicBezTo>
                    <a:pt x="363914" y="156104"/>
                    <a:pt x="361103" y="156581"/>
                    <a:pt x="358505" y="156740"/>
                  </a:cubicBezTo>
                  <a:lnTo>
                    <a:pt x="368687" y="146558"/>
                  </a:lnTo>
                  <a:moveTo>
                    <a:pt x="388521" y="144331"/>
                  </a:moveTo>
                  <a:cubicBezTo>
                    <a:pt x="384173" y="147301"/>
                    <a:pt x="379505" y="150058"/>
                    <a:pt x="374892" y="152126"/>
                  </a:cubicBezTo>
                  <a:cubicBezTo>
                    <a:pt x="376006" y="146028"/>
                    <a:pt x="376271" y="140035"/>
                    <a:pt x="375104" y="134626"/>
                  </a:cubicBezTo>
                  <a:lnTo>
                    <a:pt x="369430" y="136058"/>
                  </a:lnTo>
                  <a:lnTo>
                    <a:pt x="368740" y="137171"/>
                  </a:lnTo>
                  <a:lnTo>
                    <a:pt x="357179" y="148733"/>
                  </a:lnTo>
                  <a:cubicBezTo>
                    <a:pt x="357020" y="147301"/>
                    <a:pt x="356755" y="145869"/>
                    <a:pt x="356489" y="144543"/>
                  </a:cubicBezTo>
                  <a:lnTo>
                    <a:pt x="350390" y="147460"/>
                  </a:lnTo>
                  <a:lnTo>
                    <a:pt x="371020" y="126830"/>
                  </a:lnTo>
                  <a:lnTo>
                    <a:pt x="388521" y="144331"/>
                  </a:lnTo>
                  <a:moveTo>
                    <a:pt x="326420" y="160082"/>
                  </a:moveTo>
                  <a:lnTo>
                    <a:pt x="373990" y="207652"/>
                  </a:lnTo>
                  <a:lnTo>
                    <a:pt x="380036" y="201607"/>
                  </a:lnTo>
                  <a:lnTo>
                    <a:pt x="378127" y="199697"/>
                  </a:lnTo>
                  <a:lnTo>
                    <a:pt x="411007" y="166817"/>
                  </a:lnTo>
                  <a:lnTo>
                    <a:pt x="412916" y="168726"/>
                  </a:lnTo>
                  <a:lnTo>
                    <a:pt x="419281" y="162362"/>
                  </a:lnTo>
                  <a:lnTo>
                    <a:pt x="371710" y="114791"/>
                  </a:lnTo>
                  <a:lnTo>
                    <a:pt x="326420" y="160082"/>
                  </a:lnTo>
                  <a:moveTo>
                    <a:pt x="274765" y="424822"/>
                  </a:moveTo>
                  <a:lnTo>
                    <a:pt x="281819" y="417769"/>
                  </a:lnTo>
                  <a:lnTo>
                    <a:pt x="265432" y="401382"/>
                  </a:lnTo>
                  <a:cubicBezTo>
                    <a:pt x="261719" y="397670"/>
                    <a:pt x="255620" y="392843"/>
                    <a:pt x="251537" y="389503"/>
                  </a:cubicBezTo>
                  <a:lnTo>
                    <a:pt x="251749" y="389290"/>
                  </a:lnTo>
                  <a:lnTo>
                    <a:pt x="264106" y="395389"/>
                  </a:lnTo>
                  <a:lnTo>
                    <a:pt x="286698" y="405784"/>
                  </a:lnTo>
                  <a:lnTo>
                    <a:pt x="291206" y="401276"/>
                  </a:lnTo>
                  <a:lnTo>
                    <a:pt x="280758" y="378737"/>
                  </a:lnTo>
                  <a:lnTo>
                    <a:pt x="274712" y="366327"/>
                  </a:lnTo>
                  <a:lnTo>
                    <a:pt x="274978" y="366062"/>
                  </a:lnTo>
                  <a:cubicBezTo>
                    <a:pt x="278266" y="370198"/>
                    <a:pt x="283145" y="376244"/>
                    <a:pt x="286857" y="379957"/>
                  </a:cubicBezTo>
                  <a:lnTo>
                    <a:pt x="303244" y="396344"/>
                  </a:lnTo>
                  <a:lnTo>
                    <a:pt x="310403" y="389184"/>
                  </a:lnTo>
                  <a:lnTo>
                    <a:pt x="271106" y="349887"/>
                  </a:lnTo>
                  <a:lnTo>
                    <a:pt x="262409" y="358584"/>
                  </a:lnTo>
                  <a:lnTo>
                    <a:pt x="274288" y="383510"/>
                  </a:lnTo>
                  <a:cubicBezTo>
                    <a:pt x="275879" y="386798"/>
                    <a:pt x="277789" y="390086"/>
                    <a:pt x="279433" y="393427"/>
                  </a:cubicBezTo>
                  <a:lnTo>
                    <a:pt x="279167" y="393692"/>
                  </a:lnTo>
                  <a:cubicBezTo>
                    <a:pt x="275879" y="391995"/>
                    <a:pt x="272538" y="390139"/>
                    <a:pt x="269250" y="388548"/>
                  </a:cubicBezTo>
                  <a:lnTo>
                    <a:pt x="244165" y="376828"/>
                  </a:lnTo>
                  <a:lnTo>
                    <a:pt x="235468" y="385525"/>
                  </a:lnTo>
                  <a:lnTo>
                    <a:pt x="274765" y="424822"/>
                  </a:lnTo>
                  <a:moveTo>
                    <a:pt x="319394" y="380194"/>
                  </a:moveTo>
                  <a:lnTo>
                    <a:pt x="327190" y="372398"/>
                  </a:lnTo>
                  <a:lnTo>
                    <a:pt x="297491" y="342700"/>
                  </a:lnTo>
                  <a:lnTo>
                    <a:pt x="289695" y="350496"/>
                  </a:lnTo>
                  <a:lnTo>
                    <a:pt x="319394" y="380194"/>
                  </a:lnTo>
                  <a:moveTo>
                    <a:pt x="288847" y="341798"/>
                  </a:moveTo>
                  <a:cubicBezTo>
                    <a:pt x="291498" y="339147"/>
                    <a:pt x="291657" y="335594"/>
                    <a:pt x="289058" y="332995"/>
                  </a:cubicBezTo>
                  <a:cubicBezTo>
                    <a:pt x="286513" y="330449"/>
                    <a:pt x="282960" y="330608"/>
                    <a:pt x="280308" y="333260"/>
                  </a:cubicBezTo>
                  <a:cubicBezTo>
                    <a:pt x="277604" y="335965"/>
                    <a:pt x="277444" y="339518"/>
                    <a:pt x="279990" y="342064"/>
                  </a:cubicBezTo>
                  <a:cubicBezTo>
                    <a:pt x="282589" y="344662"/>
                    <a:pt x="286142" y="344503"/>
                    <a:pt x="288847" y="341798"/>
                  </a:cubicBezTo>
                  <a:moveTo>
                    <a:pt x="335500" y="364088"/>
                  </a:moveTo>
                  <a:lnTo>
                    <a:pt x="343296" y="356292"/>
                  </a:lnTo>
                  <a:lnTo>
                    <a:pt x="322879" y="335874"/>
                  </a:lnTo>
                  <a:cubicBezTo>
                    <a:pt x="322879" y="331525"/>
                    <a:pt x="323249" y="328820"/>
                    <a:pt x="325689" y="326381"/>
                  </a:cubicBezTo>
                  <a:cubicBezTo>
                    <a:pt x="328606" y="323464"/>
                    <a:pt x="331470" y="323783"/>
                    <a:pt x="336083" y="328396"/>
                  </a:cubicBezTo>
                  <a:lnTo>
                    <a:pt x="353638" y="345950"/>
                  </a:lnTo>
                  <a:lnTo>
                    <a:pt x="361433" y="338155"/>
                  </a:lnTo>
                  <a:lnTo>
                    <a:pt x="342925" y="319646"/>
                  </a:lnTo>
                  <a:cubicBezTo>
                    <a:pt x="335447" y="312169"/>
                    <a:pt x="328235" y="310471"/>
                    <a:pt x="321818" y="316888"/>
                  </a:cubicBezTo>
                  <a:cubicBezTo>
                    <a:pt x="317787" y="320919"/>
                    <a:pt x="316886" y="326063"/>
                    <a:pt x="316832" y="331207"/>
                  </a:cubicBezTo>
                  <a:lnTo>
                    <a:pt x="316673" y="331366"/>
                  </a:lnTo>
                  <a:lnTo>
                    <a:pt x="312166" y="328025"/>
                  </a:lnTo>
                  <a:lnTo>
                    <a:pt x="305802" y="334389"/>
                  </a:lnTo>
                  <a:lnTo>
                    <a:pt x="335500" y="364088"/>
                  </a:lnTo>
                  <a:moveTo>
                    <a:pt x="380665" y="320408"/>
                  </a:moveTo>
                  <a:cubicBezTo>
                    <a:pt x="383740" y="317332"/>
                    <a:pt x="385013" y="312665"/>
                    <a:pt x="385066" y="308370"/>
                  </a:cubicBezTo>
                  <a:lnTo>
                    <a:pt x="385279" y="308158"/>
                  </a:lnTo>
                  <a:lnTo>
                    <a:pt x="388937" y="310650"/>
                  </a:lnTo>
                  <a:lnTo>
                    <a:pt x="395249" y="304339"/>
                  </a:lnTo>
                  <a:lnTo>
                    <a:pt x="352928" y="262019"/>
                  </a:lnTo>
                  <a:lnTo>
                    <a:pt x="345185" y="269762"/>
                  </a:lnTo>
                  <a:lnTo>
                    <a:pt x="355633" y="280209"/>
                  </a:lnTo>
                  <a:lnTo>
                    <a:pt x="360565" y="284611"/>
                  </a:lnTo>
                  <a:cubicBezTo>
                    <a:pt x="356482" y="284770"/>
                    <a:pt x="353140" y="285566"/>
                    <a:pt x="349799" y="288907"/>
                  </a:cubicBezTo>
                  <a:cubicBezTo>
                    <a:pt x="343382" y="295324"/>
                    <a:pt x="343276" y="307309"/>
                    <a:pt x="352928" y="316961"/>
                  </a:cubicBezTo>
                  <a:cubicBezTo>
                    <a:pt x="362686" y="326719"/>
                    <a:pt x="373293" y="327780"/>
                    <a:pt x="380665" y="320408"/>
                  </a:cubicBezTo>
                  <a:moveTo>
                    <a:pt x="376263" y="311976"/>
                  </a:moveTo>
                  <a:cubicBezTo>
                    <a:pt x="372338" y="315901"/>
                    <a:pt x="367035" y="315052"/>
                    <a:pt x="360883" y="308900"/>
                  </a:cubicBezTo>
                  <a:cubicBezTo>
                    <a:pt x="354943" y="302960"/>
                    <a:pt x="354572" y="296968"/>
                    <a:pt x="357913" y="293627"/>
                  </a:cubicBezTo>
                  <a:cubicBezTo>
                    <a:pt x="359770" y="291770"/>
                    <a:pt x="362262" y="290444"/>
                    <a:pt x="365709" y="290285"/>
                  </a:cubicBezTo>
                  <a:lnTo>
                    <a:pt x="378755" y="303332"/>
                  </a:lnTo>
                  <a:cubicBezTo>
                    <a:pt x="379232" y="307309"/>
                    <a:pt x="378331" y="309908"/>
                    <a:pt x="376263" y="311976"/>
                  </a:cubicBezTo>
                  <a:moveTo>
                    <a:pt x="404240" y="295348"/>
                  </a:moveTo>
                  <a:lnTo>
                    <a:pt x="411294" y="288294"/>
                  </a:lnTo>
                  <a:lnTo>
                    <a:pt x="394907" y="271907"/>
                  </a:lnTo>
                  <a:cubicBezTo>
                    <a:pt x="391195" y="268195"/>
                    <a:pt x="385096" y="263368"/>
                    <a:pt x="381012" y="260027"/>
                  </a:cubicBezTo>
                  <a:lnTo>
                    <a:pt x="381224" y="259815"/>
                  </a:lnTo>
                  <a:lnTo>
                    <a:pt x="393581" y="265914"/>
                  </a:lnTo>
                  <a:lnTo>
                    <a:pt x="416173" y="276308"/>
                  </a:lnTo>
                  <a:lnTo>
                    <a:pt x="420681" y="271801"/>
                  </a:lnTo>
                  <a:lnTo>
                    <a:pt x="410233" y="249262"/>
                  </a:lnTo>
                  <a:lnTo>
                    <a:pt x="404188" y="236852"/>
                  </a:lnTo>
                  <a:lnTo>
                    <a:pt x="404453" y="236587"/>
                  </a:lnTo>
                  <a:cubicBezTo>
                    <a:pt x="407741" y="240724"/>
                    <a:pt x="412620" y="246769"/>
                    <a:pt x="416332" y="250481"/>
                  </a:cubicBezTo>
                  <a:lnTo>
                    <a:pt x="432719" y="266869"/>
                  </a:lnTo>
                  <a:lnTo>
                    <a:pt x="439879" y="259709"/>
                  </a:lnTo>
                  <a:lnTo>
                    <a:pt x="400581" y="220412"/>
                  </a:lnTo>
                  <a:lnTo>
                    <a:pt x="391884" y="229109"/>
                  </a:lnTo>
                  <a:lnTo>
                    <a:pt x="403763" y="254035"/>
                  </a:lnTo>
                  <a:cubicBezTo>
                    <a:pt x="405354" y="257323"/>
                    <a:pt x="407263" y="260611"/>
                    <a:pt x="408907" y="263952"/>
                  </a:cubicBezTo>
                  <a:lnTo>
                    <a:pt x="408643" y="264217"/>
                  </a:lnTo>
                  <a:cubicBezTo>
                    <a:pt x="405354" y="262520"/>
                    <a:pt x="402013" y="260664"/>
                    <a:pt x="398725" y="259073"/>
                  </a:cubicBezTo>
                  <a:lnTo>
                    <a:pt x="373640" y="247352"/>
                  </a:lnTo>
                  <a:lnTo>
                    <a:pt x="364943" y="256050"/>
                  </a:lnTo>
                  <a:lnTo>
                    <a:pt x="404240" y="295348"/>
                  </a:lnTo>
                  <a:moveTo>
                    <a:pt x="456929" y="244143"/>
                  </a:moveTo>
                  <a:cubicBezTo>
                    <a:pt x="460324" y="240749"/>
                    <a:pt x="461597" y="236082"/>
                    <a:pt x="461968" y="231256"/>
                  </a:cubicBezTo>
                  <a:lnTo>
                    <a:pt x="462180" y="231044"/>
                  </a:lnTo>
                  <a:lnTo>
                    <a:pt x="465892" y="233696"/>
                  </a:lnTo>
                  <a:lnTo>
                    <a:pt x="472256" y="227332"/>
                  </a:lnTo>
                  <a:lnTo>
                    <a:pt x="454915" y="209990"/>
                  </a:lnTo>
                  <a:cubicBezTo>
                    <a:pt x="446323" y="201398"/>
                    <a:pt x="437944" y="200762"/>
                    <a:pt x="430413" y="208293"/>
                  </a:cubicBezTo>
                  <a:cubicBezTo>
                    <a:pt x="425746" y="212960"/>
                    <a:pt x="423254" y="218953"/>
                    <a:pt x="421928" y="224627"/>
                  </a:cubicBezTo>
                  <a:lnTo>
                    <a:pt x="429883" y="226960"/>
                  </a:lnTo>
                  <a:cubicBezTo>
                    <a:pt x="431050" y="222612"/>
                    <a:pt x="432481" y="218740"/>
                    <a:pt x="435239" y="215983"/>
                  </a:cubicBezTo>
                  <a:cubicBezTo>
                    <a:pt x="438898" y="212323"/>
                    <a:pt x="442399" y="213278"/>
                    <a:pt x="445475" y="216035"/>
                  </a:cubicBezTo>
                  <a:cubicBezTo>
                    <a:pt x="434762" y="229294"/>
                    <a:pt x="432959" y="237779"/>
                    <a:pt x="439323" y="244143"/>
                  </a:cubicBezTo>
                  <a:cubicBezTo>
                    <a:pt x="444361" y="249181"/>
                    <a:pt x="451627" y="249446"/>
                    <a:pt x="456929" y="244143"/>
                  </a:cubicBezTo>
                  <a:moveTo>
                    <a:pt x="453376" y="235499"/>
                  </a:moveTo>
                  <a:cubicBezTo>
                    <a:pt x="451096" y="237779"/>
                    <a:pt x="448444" y="238415"/>
                    <a:pt x="446111" y="236082"/>
                  </a:cubicBezTo>
                  <a:cubicBezTo>
                    <a:pt x="443459" y="233431"/>
                    <a:pt x="443884" y="228976"/>
                    <a:pt x="450248" y="220808"/>
                  </a:cubicBezTo>
                  <a:lnTo>
                    <a:pt x="456240" y="226801"/>
                  </a:lnTo>
                  <a:cubicBezTo>
                    <a:pt x="456187" y="230567"/>
                    <a:pt x="455604" y="233272"/>
                    <a:pt x="453376" y="235499"/>
                  </a:cubicBezTo>
                  <a:moveTo>
                    <a:pt x="489430" y="211643"/>
                  </a:moveTo>
                  <a:cubicBezTo>
                    <a:pt x="497172" y="203900"/>
                    <a:pt x="497066" y="195628"/>
                    <a:pt x="491869" y="190430"/>
                  </a:cubicBezTo>
                  <a:cubicBezTo>
                    <a:pt x="486353" y="184915"/>
                    <a:pt x="480043" y="187301"/>
                    <a:pt x="474633" y="189741"/>
                  </a:cubicBezTo>
                  <a:cubicBezTo>
                    <a:pt x="470338" y="191703"/>
                    <a:pt x="466784" y="193665"/>
                    <a:pt x="464610" y="191491"/>
                  </a:cubicBezTo>
                  <a:cubicBezTo>
                    <a:pt x="462913" y="189794"/>
                    <a:pt x="463019" y="187354"/>
                    <a:pt x="465724" y="184649"/>
                  </a:cubicBezTo>
                  <a:cubicBezTo>
                    <a:pt x="467898" y="182475"/>
                    <a:pt x="470974" y="181415"/>
                    <a:pt x="474633" y="180831"/>
                  </a:cubicBezTo>
                  <a:lnTo>
                    <a:pt x="473413" y="172611"/>
                  </a:lnTo>
                  <a:cubicBezTo>
                    <a:pt x="469118" y="173194"/>
                    <a:pt x="463973" y="174733"/>
                    <a:pt x="459678" y="179028"/>
                  </a:cubicBezTo>
                  <a:cubicBezTo>
                    <a:pt x="452890" y="185816"/>
                    <a:pt x="452359" y="193877"/>
                    <a:pt x="457663" y="199181"/>
                  </a:cubicBezTo>
                  <a:cubicBezTo>
                    <a:pt x="462648" y="204166"/>
                    <a:pt x="469118" y="202256"/>
                    <a:pt x="474315" y="199923"/>
                  </a:cubicBezTo>
                  <a:cubicBezTo>
                    <a:pt x="478664" y="198014"/>
                    <a:pt x="482747" y="195946"/>
                    <a:pt x="484975" y="198173"/>
                  </a:cubicBezTo>
                  <a:cubicBezTo>
                    <a:pt x="486831" y="200029"/>
                    <a:pt x="486778" y="202628"/>
                    <a:pt x="483808" y="205598"/>
                  </a:cubicBezTo>
                  <a:cubicBezTo>
                    <a:pt x="481050" y="208355"/>
                    <a:pt x="477338" y="209734"/>
                    <a:pt x="472618" y="210317"/>
                  </a:cubicBezTo>
                  <a:lnTo>
                    <a:pt x="473944" y="218750"/>
                  </a:lnTo>
                  <a:cubicBezTo>
                    <a:pt x="479353" y="218219"/>
                    <a:pt x="485452" y="215621"/>
                    <a:pt x="489430" y="211643"/>
                  </a:cubicBezTo>
                  <a:moveTo>
                    <a:pt x="516830" y="184243"/>
                  </a:moveTo>
                  <a:cubicBezTo>
                    <a:pt x="519429" y="181644"/>
                    <a:pt x="520914" y="178992"/>
                    <a:pt x="521975" y="176871"/>
                  </a:cubicBezTo>
                  <a:lnTo>
                    <a:pt x="515027" y="172469"/>
                  </a:lnTo>
                  <a:cubicBezTo>
                    <a:pt x="514550" y="173582"/>
                    <a:pt x="513701" y="175067"/>
                    <a:pt x="512747" y="176022"/>
                  </a:cubicBezTo>
                  <a:cubicBezTo>
                    <a:pt x="510095" y="178674"/>
                    <a:pt x="507125" y="178462"/>
                    <a:pt x="503731" y="175067"/>
                  </a:cubicBezTo>
                  <a:lnTo>
                    <a:pt x="490579" y="161915"/>
                  </a:lnTo>
                  <a:lnTo>
                    <a:pt x="497897" y="154597"/>
                  </a:lnTo>
                  <a:lnTo>
                    <a:pt x="491746" y="148445"/>
                  </a:lnTo>
                  <a:lnTo>
                    <a:pt x="484427" y="155764"/>
                  </a:lnTo>
                  <a:lnTo>
                    <a:pt x="476419" y="147755"/>
                  </a:lnTo>
                  <a:lnTo>
                    <a:pt x="469949" y="154226"/>
                  </a:lnTo>
                  <a:lnTo>
                    <a:pt x="477056" y="163135"/>
                  </a:lnTo>
                  <a:lnTo>
                    <a:pt x="472813" y="168120"/>
                  </a:lnTo>
                  <a:lnTo>
                    <a:pt x="478594" y="173901"/>
                  </a:lnTo>
                  <a:lnTo>
                    <a:pt x="482783" y="169711"/>
                  </a:lnTo>
                  <a:lnTo>
                    <a:pt x="495935" y="182863"/>
                  </a:lnTo>
                  <a:cubicBezTo>
                    <a:pt x="502565" y="189493"/>
                    <a:pt x="509777" y="191296"/>
                    <a:pt x="516830" y="184243"/>
                  </a:cubicBezTo>
                  <a:moveTo>
                    <a:pt x="540184" y="160888"/>
                  </a:moveTo>
                  <a:cubicBezTo>
                    <a:pt x="543844" y="157229"/>
                    <a:pt x="546336" y="152191"/>
                    <a:pt x="547238" y="147259"/>
                  </a:cubicBezTo>
                  <a:lnTo>
                    <a:pt x="539813" y="145138"/>
                  </a:lnTo>
                  <a:cubicBezTo>
                    <a:pt x="539018" y="148585"/>
                    <a:pt x="537639" y="151448"/>
                    <a:pt x="535199" y="153888"/>
                  </a:cubicBezTo>
                  <a:cubicBezTo>
                    <a:pt x="530798" y="158290"/>
                    <a:pt x="525070" y="158926"/>
                    <a:pt x="519554" y="154684"/>
                  </a:cubicBezTo>
                  <a:lnTo>
                    <a:pt x="537851" y="136387"/>
                  </a:lnTo>
                  <a:cubicBezTo>
                    <a:pt x="537374" y="135485"/>
                    <a:pt x="536101" y="133895"/>
                    <a:pt x="534616" y="132410"/>
                  </a:cubicBezTo>
                  <a:cubicBezTo>
                    <a:pt x="526449" y="124243"/>
                    <a:pt x="516214" y="122492"/>
                    <a:pt x="508046" y="130660"/>
                  </a:cubicBezTo>
                  <a:cubicBezTo>
                    <a:pt x="500993" y="137713"/>
                    <a:pt x="500198" y="150494"/>
                    <a:pt x="509797" y="160093"/>
                  </a:cubicBezTo>
                  <a:cubicBezTo>
                    <a:pt x="519608" y="169904"/>
                    <a:pt x="531858" y="169214"/>
                    <a:pt x="540184" y="160888"/>
                  </a:cubicBezTo>
                  <a:moveTo>
                    <a:pt x="514252" y="149593"/>
                  </a:moveTo>
                  <a:cubicBezTo>
                    <a:pt x="510539" y="144713"/>
                    <a:pt x="511069" y="139728"/>
                    <a:pt x="514198" y="136599"/>
                  </a:cubicBezTo>
                  <a:cubicBezTo>
                    <a:pt x="518017" y="132781"/>
                    <a:pt x="522365" y="133523"/>
                    <a:pt x="526343" y="137501"/>
                  </a:cubicBezTo>
                  <a:lnTo>
                    <a:pt x="514252" y="149593"/>
                  </a:lnTo>
                  <a:moveTo>
                    <a:pt x="557317" y="142271"/>
                  </a:moveTo>
                  <a:lnTo>
                    <a:pt x="565113" y="134475"/>
                  </a:lnTo>
                  <a:lnTo>
                    <a:pt x="547400" y="116762"/>
                  </a:lnTo>
                  <a:cubicBezTo>
                    <a:pt x="544748" y="110822"/>
                    <a:pt x="546021" y="106474"/>
                    <a:pt x="548354" y="104140"/>
                  </a:cubicBezTo>
                  <a:cubicBezTo>
                    <a:pt x="549574" y="102920"/>
                    <a:pt x="550582" y="102231"/>
                    <a:pt x="551960" y="101488"/>
                  </a:cubicBezTo>
                  <a:lnTo>
                    <a:pt x="546551" y="93427"/>
                  </a:lnTo>
                  <a:cubicBezTo>
                    <a:pt x="545279" y="93958"/>
                    <a:pt x="544059" y="94647"/>
                    <a:pt x="542415" y="96291"/>
                  </a:cubicBezTo>
                  <a:cubicBezTo>
                    <a:pt x="539339" y="99367"/>
                    <a:pt x="538278" y="104671"/>
                    <a:pt x="539975" y="110716"/>
                  </a:cubicBezTo>
                  <a:lnTo>
                    <a:pt x="539816" y="110875"/>
                  </a:lnTo>
                  <a:lnTo>
                    <a:pt x="533983" y="106208"/>
                  </a:lnTo>
                  <a:lnTo>
                    <a:pt x="527618" y="112573"/>
                  </a:lnTo>
                  <a:lnTo>
                    <a:pt x="557317" y="142271"/>
                  </a:lnTo>
                </a:path>
              </a:pathLst>
            </a:custGeom>
            <a:solidFill>
              <a:srgbClr val="999999">
                <a:alpha val="30000"/>
              </a:srgbClr>
            </a:solidFill>
          </p:spPr>
        </p:sp>
        <p:sp>
          <p:nvSpPr>
            <p:cNvPr id="9" name="shape161"/>
            <p:cNvSpPr/>
            <p:nvPr/>
          </p:nvSpPr>
          <p:spPr>
            <a:xfrm>
              <a:off x="2503974" y="3569843"/>
              <a:ext cx="192000" cy="192000"/>
            </a:xfrm>
            <a:custGeom>
              <a:avLst/>
              <a:gdLst/>
              <a:ahLst/>
              <a:cxnLst/>
              <a:rect l="0" t="0" r="0" b="0"/>
              <a:pathLst>
                <a:path w="192000" h="192000">
                  <a:moveTo>
                    <a:pt x="83426" y="386789"/>
                  </a:moveTo>
                  <a:lnTo>
                    <a:pt x="51606" y="418609"/>
                  </a:lnTo>
                  <a:cubicBezTo>
                    <a:pt x="43204" y="427012"/>
                    <a:pt x="37083" y="433137"/>
                    <a:pt x="32653" y="438356"/>
                  </a:cubicBezTo>
                  <a:cubicBezTo>
                    <a:pt x="28254" y="443537"/>
                    <a:pt x="25770" y="447547"/>
                    <a:pt x="24445" y="451623"/>
                  </a:cubicBezTo>
                  <a:cubicBezTo>
                    <a:pt x="21968" y="459248"/>
                    <a:pt x="21968" y="467463"/>
                    <a:pt x="24445" y="475089"/>
                  </a:cubicBezTo>
                  <a:cubicBezTo>
                    <a:pt x="25770" y="479164"/>
                    <a:pt x="28254" y="483175"/>
                    <a:pt x="32653" y="488356"/>
                  </a:cubicBezTo>
                  <a:cubicBezTo>
                    <a:pt x="37083" y="493574"/>
                    <a:pt x="43204" y="499700"/>
                    <a:pt x="51606" y="508102"/>
                  </a:cubicBezTo>
                  <a:lnTo>
                    <a:pt x="83426" y="539922"/>
                  </a:lnTo>
                  <a:cubicBezTo>
                    <a:pt x="91829" y="548325"/>
                    <a:pt x="97954" y="554445"/>
                    <a:pt x="103173" y="558875"/>
                  </a:cubicBezTo>
                  <a:cubicBezTo>
                    <a:pt x="108354" y="563274"/>
                    <a:pt x="112364" y="565759"/>
                    <a:pt x="116440" y="567083"/>
                  </a:cubicBezTo>
                  <a:cubicBezTo>
                    <a:pt x="124066" y="569561"/>
                    <a:pt x="132280" y="569561"/>
                    <a:pt x="139906" y="567083"/>
                  </a:cubicBezTo>
                  <a:cubicBezTo>
                    <a:pt x="143981" y="565759"/>
                    <a:pt x="147992" y="563274"/>
                    <a:pt x="153173" y="558875"/>
                  </a:cubicBezTo>
                  <a:cubicBezTo>
                    <a:pt x="158392" y="554445"/>
                    <a:pt x="164516" y="548325"/>
                    <a:pt x="172919" y="539922"/>
                  </a:cubicBezTo>
                  <a:lnTo>
                    <a:pt x="204739" y="508102"/>
                  </a:lnTo>
                  <a:cubicBezTo>
                    <a:pt x="213142" y="499700"/>
                    <a:pt x="219262" y="493574"/>
                    <a:pt x="223693" y="488356"/>
                  </a:cubicBezTo>
                  <a:cubicBezTo>
                    <a:pt x="228091" y="483175"/>
                    <a:pt x="230576" y="479164"/>
                    <a:pt x="231900" y="475088"/>
                  </a:cubicBezTo>
                  <a:cubicBezTo>
                    <a:pt x="234378" y="467463"/>
                    <a:pt x="234378" y="459248"/>
                    <a:pt x="231900" y="451623"/>
                  </a:cubicBezTo>
                  <a:cubicBezTo>
                    <a:pt x="230576" y="447547"/>
                    <a:pt x="228091" y="443537"/>
                    <a:pt x="223693" y="438356"/>
                  </a:cubicBezTo>
                  <a:cubicBezTo>
                    <a:pt x="219262" y="433137"/>
                    <a:pt x="213142" y="427012"/>
                    <a:pt x="204739" y="418609"/>
                  </a:cubicBezTo>
                  <a:lnTo>
                    <a:pt x="172919" y="386789"/>
                  </a:lnTo>
                  <a:cubicBezTo>
                    <a:pt x="164516" y="378386"/>
                    <a:pt x="158392" y="372266"/>
                    <a:pt x="153173" y="367836"/>
                  </a:cubicBezTo>
                  <a:cubicBezTo>
                    <a:pt x="147992" y="363437"/>
                    <a:pt x="143981" y="360952"/>
                    <a:pt x="139906" y="359628"/>
                  </a:cubicBezTo>
                  <a:cubicBezTo>
                    <a:pt x="132280" y="357151"/>
                    <a:pt x="124066" y="357151"/>
                    <a:pt x="116440" y="359628"/>
                  </a:cubicBezTo>
                  <a:cubicBezTo>
                    <a:pt x="112364" y="360952"/>
                    <a:pt x="108354" y="363437"/>
                    <a:pt x="103173" y="367836"/>
                  </a:cubicBezTo>
                  <a:cubicBezTo>
                    <a:pt x="97954" y="372266"/>
                    <a:pt x="91829" y="378386"/>
                    <a:pt x="83426" y="386789"/>
                  </a:cubicBezTo>
                  <a:moveTo>
                    <a:pt x="20433" y="476392"/>
                  </a:moveTo>
                  <a:cubicBezTo>
                    <a:pt x="23563" y="486025"/>
                    <a:pt x="31916" y="494378"/>
                    <a:pt x="48623" y="511085"/>
                  </a:cubicBezTo>
                  <a:lnTo>
                    <a:pt x="80443" y="542905"/>
                  </a:lnTo>
                  <a:cubicBezTo>
                    <a:pt x="97150" y="559612"/>
                    <a:pt x="105503" y="567965"/>
                    <a:pt x="115136" y="571096"/>
                  </a:cubicBezTo>
                  <a:cubicBezTo>
                    <a:pt x="123609" y="573848"/>
                    <a:pt x="132736" y="573848"/>
                    <a:pt x="141209" y="571096"/>
                  </a:cubicBezTo>
                  <a:cubicBezTo>
                    <a:pt x="150842" y="567965"/>
                    <a:pt x="159196" y="559612"/>
                    <a:pt x="175903" y="542905"/>
                  </a:cubicBezTo>
                  <a:lnTo>
                    <a:pt x="207722" y="511085"/>
                  </a:lnTo>
                  <a:cubicBezTo>
                    <a:pt x="224429" y="494378"/>
                    <a:pt x="232783" y="486025"/>
                    <a:pt x="235913" y="476392"/>
                  </a:cubicBezTo>
                  <a:cubicBezTo>
                    <a:pt x="238666" y="467919"/>
                    <a:pt x="238666" y="458792"/>
                    <a:pt x="235913" y="450319"/>
                  </a:cubicBezTo>
                  <a:cubicBezTo>
                    <a:pt x="232783" y="440686"/>
                    <a:pt x="224429" y="432333"/>
                    <a:pt x="207722" y="415626"/>
                  </a:cubicBezTo>
                  <a:lnTo>
                    <a:pt x="175903" y="383806"/>
                  </a:lnTo>
                  <a:cubicBezTo>
                    <a:pt x="159196" y="367099"/>
                    <a:pt x="150842" y="358746"/>
                    <a:pt x="141209" y="355616"/>
                  </a:cubicBezTo>
                  <a:cubicBezTo>
                    <a:pt x="132736" y="352863"/>
                    <a:pt x="123609" y="352863"/>
                    <a:pt x="115136" y="355616"/>
                  </a:cubicBezTo>
                  <a:cubicBezTo>
                    <a:pt x="105503" y="358746"/>
                    <a:pt x="97150" y="367099"/>
                    <a:pt x="80443" y="383806"/>
                  </a:cubicBezTo>
                  <a:lnTo>
                    <a:pt x="48623" y="415626"/>
                  </a:lnTo>
                  <a:cubicBezTo>
                    <a:pt x="31916" y="432333"/>
                    <a:pt x="23563" y="440686"/>
                    <a:pt x="20433" y="450319"/>
                  </a:cubicBezTo>
                  <a:cubicBezTo>
                    <a:pt x="17680" y="458792"/>
                    <a:pt x="17680" y="467919"/>
                    <a:pt x="20433" y="476392"/>
                  </a:cubicBezTo>
                </a:path>
              </a:pathLst>
            </a:custGeom>
            <a:solidFill>
              <a:srgbClr val="999999">
                <a:alpha val="30000"/>
              </a:srgbClr>
            </a:solidFill>
          </p:spPr>
        </p:sp>
        <p:sp>
          <p:nvSpPr>
            <p:cNvPr id="162" name="shape162"/>
            <p:cNvSpPr/>
            <p:nvPr/>
          </p:nvSpPr>
          <p:spPr>
            <a:xfrm>
              <a:off x="2503974" y="3569843"/>
              <a:ext cx="192000" cy="192000"/>
            </a:xfrm>
            <a:custGeom>
              <a:avLst/>
              <a:gdLst/>
              <a:ahLst/>
              <a:cxnLst/>
              <a:rect l="0" t="0" r="0" b="0"/>
              <a:pathLst>
                <a:path w="192000" h="192000">
                  <a:moveTo>
                    <a:pt x="85406" y="472474"/>
                  </a:moveTo>
                  <a:lnTo>
                    <a:pt x="118879" y="505946"/>
                  </a:lnTo>
                  <a:lnTo>
                    <a:pt x="118879" y="495683"/>
                  </a:lnTo>
                  <a:cubicBezTo>
                    <a:pt x="118879" y="490628"/>
                    <a:pt x="122977" y="486530"/>
                    <a:pt x="128032" y="486530"/>
                  </a:cubicBezTo>
                  <a:cubicBezTo>
                    <a:pt x="133087" y="486530"/>
                    <a:pt x="137185" y="490628"/>
                    <a:pt x="137185" y="495683"/>
                  </a:cubicBezTo>
                  <a:lnTo>
                    <a:pt x="137185" y="516995"/>
                  </a:lnTo>
                  <a:cubicBezTo>
                    <a:pt x="137185" y="529227"/>
                    <a:pt x="122396" y="535353"/>
                    <a:pt x="113747" y="526703"/>
                  </a:cubicBezTo>
                  <a:lnTo>
                    <a:pt x="64649" y="477607"/>
                  </a:lnTo>
                  <a:cubicBezTo>
                    <a:pt x="56000" y="468957"/>
                    <a:pt x="62126" y="454168"/>
                    <a:pt x="74357" y="454168"/>
                  </a:cubicBezTo>
                  <a:lnTo>
                    <a:pt x="170657" y="454168"/>
                  </a:lnTo>
                  <a:lnTo>
                    <a:pt x="137185" y="420696"/>
                  </a:lnTo>
                  <a:lnTo>
                    <a:pt x="137185" y="430960"/>
                  </a:lnTo>
                  <a:cubicBezTo>
                    <a:pt x="137185" y="436015"/>
                    <a:pt x="133087" y="440113"/>
                    <a:pt x="128032" y="440113"/>
                  </a:cubicBezTo>
                  <a:cubicBezTo>
                    <a:pt x="122977" y="440113"/>
                    <a:pt x="118879" y="436015"/>
                    <a:pt x="118879" y="430960"/>
                  </a:cubicBezTo>
                  <a:lnTo>
                    <a:pt x="118879" y="409648"/>
                  </a:lnTo>
                  <a:cubicBezTo>
                    <a:pt x="118879" y="397415"/>
                    <a:pt x="133667" y="391289"/>
                    <a:pt x="142316" y="399939"/>
                  </a:cubicBezTo>
                  <a:lnTo>
                    <a:pt x="191414" y="449036"/>
                  </a:lnTo>
                  <a:cubicBezTo>
                    <a:pt x="200063" y="457685"/>
                    <a:pt x="193937" y="472474"/>
                    <a:pt x="181706" y="472474"/>
                  </a:cubicBezTo>
                  <a:lnTo>
                    <a:pt x="85406" y="472474"/>
                  </a:lnTo>
                </a:path>
              </a:pathLst>
            </a:custGeom>
            <a:solidFill>
              <a:srgbClr val="999999">
                <a:alpha val="30000"/>
              </a:srgbClr>
            </a:solidFill>
          </p:spPr>
        </p:sp>
        <p:sp>
          <p:nvSpPr>
            <p:cNvPr id="163" name="shape163"/>
            <p:cNvSpPr/>
            <p:nvPr/>
          </p:nvSpPr>
          <p:spPr>
            <a:xfrm>
              <a:off x="2503974" y="3569843"/>
              <a:ext cx="2760000" cy="2760000"/>
            </a:xfrm>
            <a:custGeom>
              <a:avLst/>
              <a:gdLst/>
              <a:ahLst/>
              <a:cxnLst/>
              <a:rect l="0" t="0" r="0" b="0"/>
              <a:pathLst>
                <a:path w="2760000" h="2760000">
                  <a:moveTo>
                    <a:pt x="174745" y="308150"/>
                  </a:moveTo>
                  <a:cubicBezTo>
                    <a:pt x="179624" y="318332"/>
                    <a:pt x="182488" y="330530"/>
                    <a:pt x="182488" y="340076"/>
                  </a:cubicBezTo>
                  <a:cubicBezTo>
                    <a:pt x="185140" y="340500"/>
                    <a:pt x="190284" y="342250"/>
                    <a:pt x="192405" y="343205"/>
                  </a:cubicBezTo>
                  <a:cubicBezTo>
                    <a:pt x="192299" y="340659"/>
                    <a:pt x="192034" y="337954"/>
                    <a:pt x="191716" y="335197"/>
                  </a:cubicBezTo>
                  <a:lnTo>
                    <a:pt x="218975" y="362456"/>
                  </a:lnTo>
                  <a:lnTo>
                    <a:pt x="225127" y="356304"/>
                  </a:lnTo>
                  <a:lnTo>
                    <a:pt x="188269" y="319446"/>
                  </a:lnTo>
                  <a:cubicBezTo>
                    <a:pt x="186677" y="314143"/>
                    <a:pt x="184715" y="308892"/>
                    <a:pt x="182488" y="304013"/>
                  </a:cubicBezTo>
                  <a:lnTo>
                    <a:pt x="174745" y="308150"/>
                  </a:lnTo>
                  <a:moveTo>
                    <a:pt x="233400" y="332863"/>
                  </a:moveTo>
                  <a:cubicBezTo>
                    <a:pt x="230377" y="335886"/>
                    <a:pt x="227831" y="336841"/>
                    <a:pt x="225869" y="334879"/>
                  </a:cubicBezTo>
                  <a:cubicBezTo>
                    <a:pt x="223217" y="332227"/>
                    <a:pt x="220778" y="327029"/>
                    <a:pt x="217437" y="279883"/>
                  </a:cubicBezTo>
                  <a:cubicBezTo>
                    <a:pt x="217437" y="279247"/>
                    <a:pt x="217384" y="278557"/>
                    <a:pt x="217225" y="278080"/>
                  </a:cubicBezTo>
                  <a:lnTo>
                    <a:pt x="211126" y="279936"/>
                  </a:lnTo>
                  <a:lnTo>
                    <a:pt x="209906" y="281580"/>
                  </a:lnTo>
                  <a:lnTo>
                    <a:pt x="186412" y="305074"/>
                  </a:lnTo>
                  <a:lnTo>
                    <a:pt x="192352" y="311014"/>
                  </a:lnTo>
                  <a:lnTo>
                    <a:pt x="209747" y="293619"/>
                  </a:lnTo>
                  <a:cubicBezTo>
                    <a:pt x="213565" y="333181"/>
                    <a:pt x="216482" y="338113"/>
                    <a:pt x="220247" y="341879"/>
                  </a:cubicBezTo>
                  <a:cubicBezTo>
                    <a:pt x="225179" y="346811"/>
                    <a:pt x="231809" y="346652"/>
                    <a:pt x="239711" y="338750"/>
                  </a:cubicBezTo>
                  <a:lnTo>
                    <a:pt x="250264" y="328196"/>
                  </a:lnTo>
                  <a:cubicBezTo>
                    <a:pt x="256894" y="321567"/>
                    <a:pt x="256946" y="316847"/>
                    <a:pt x="246128" y="304544"/>
                  </a:cubicBezTo>
                  <a:cubicBezTo>
                    <a:pt x="244112" y="306028"/>
                    <a:pt x="241090" y="307354"/>
                    <a:pt x="238544" y="308097"/>
                  </a:cubicBezTo>
                  <a:cubicBezTo>
                    <a:pt x="246658" y="316847"/>
                    <a:pt x="247241" y="319022"/>
                    <a:pt x="244643" y="321620"/>
                  </a:cubicBezTo>
                  <a:lnTo>
                    <a:pt x="233400" y="332863"/>
                  </a:lnTo>
                  <a:moveTo>
                    <a:pt x="292478" y="274208"/>
                  </a:moveTo>
                  <a:lnTo>
                    <a:pt x="290887" y="267421"/>
                  </a:lnTo>
                  <a:cubicBezTo>
                    <a:pt x="283622" y="270974"/>
                    <a:pt x="272750" y="278027"/>
                    <a:pt x="264848" y="284444"/>
                  </a:cubicBezTo>
                  <a:lnTo>
                    <a:pt x="266068" y="291391"/>
                  </a:lnTo>
                  <a:cubicBezTo>
                    <a:pt x="273864" y="285187"/>
                    <a:pt x="284365" y="278504"/>
                    <a:pt x="291577" y="275110"/>
                  </a:cubicBezTo>
                  <a:lnTo>
                    <a:pt x="266492" y="300195"/>
                  </a:lnTo>
                  <a:lnTo>
                    <a:pt x="250795" y="284497"/>
                  </a:lnTo>
                  <a:cubicBezTo>
                    <a:pt x="252969" y="284869"/>
                    <a:pt x="255727" y="285717"/>
                    <a:pt x="257371" y="286513"/>
                  </a:cubicBezTo>
                  <a:cubicBezTo>
                    <a:pt x="259545" y="282959"/>
                    <a:pt x="261613" y="279088"/>
                    <a:pt x="263363" y="275110"/>
                  </a:cubicBezTo>
                  <a:lnTo>
                    <a:pt x="264106" y="279777"/>
                  </a:lnTo>
                  <a:cubicBezTo>
                    <a:pt x="269515" y="276277"/>
                    <a:pt x="277046" y="272564"/>
                    <a:pt x="281607" y="270868"/>
                  </a:cubicBezTo>
                  <a:lnTo>
                    <a:pt x="280281" y="264451"/>
                  </a:lnTo>
                  <a:cubicBezTo>
                    <a:pt x="275985" y="266095"/>
                    <a:pt x="269462" y="269542"/>
                    <a:pt x="264371" y="272830"/>
                  </a:cubicBezTo>
                  <a:cubicBezTo>
                    <a:pt x="265166" y="270761"/>
                    <a:pt x="265962" y="268693"/>
                    <a:pt x="266599" y="266572"/>
                  </a:cubicBezTo>
                  <a:cubicBezTo>
                    <a:pt x="272803" y="264610"/>
                    <a:pt x="278902" y="261693"/>
                    <a:pt x="284470" y="258034"/>
                  </a:cubicBezTo>
                  <a:cubicBezTo>
                    <a:pt x="283940" y="256337"/>
                    <a:pt x="283410" y="253473"/>
                    <a:pt x="283251" y="251192"/>
                  </a:cubicBezTo>
                  <a:lnTo>
                    <a:pt x="299373" y="267314"/>
                  </a:lnTo>
                  <a:lnTo>
                    <a:pt x="292478" y="274208"/>
                  </a:lnTo>
                  <a:moveTo>
                    <a:pt x="243529" y="254321"/>
                  </a:moveTo>
                  <a:cubicBezTo>
                    <a:pt x="244855" y="260845"/>
                    <a:pt x="244271" y="268852"/>
                    <a:pt x="242416" y="275588"/>
                  </a:cubicBezTo>
                  <a:cubicBezTo>
                    <a:pt x="244430" y="275269"/>
                    <a:pt x="248302" y="275110"/>
                    <a:pt x="250264" y="275163"/>
                  </a:cubicBezTo>
                  <a:cubicBezTo>
                    <a:pt x="250636" y="273413"/>
                    <a:pt x="250954" y="271504"/>
                    <a:pt x="251113" y="269542"/>
                  </a:cubicBezTo>
                  <a:cubicBezTo>
                    <a:pt x="253287" y="269489"/>
                    <a:pt x="255568" y="269224"/>
                    <a:pt x="257954" y="268852"/>
                  </a:cubicBezTo>
                  <a:cubicBezTo>
                    <a:pt x="255779" y="273890"/>
                    <a:pt x="252916" y="278981"/>
                    <a:pt x="249840" y="283543"/>
                  </a:cubicBezTo>
                  <a:lnTo>
                    <a:pt x="232074" y="265777"/>
                  </a:lnTo>
                  <a:lnTo>
                    <a:pt x="243529" y="254321"/>
                  </a:lnTo>
                  <a:moveTo>
                    <a:pt x="262621" y="252624"/>
                  </a:moveTo>
                  <a:cubicBezTo>
                    <a:pt x="262303" y="255382"/>
                    <a:pt x="261772" y="258246"/>
                    <a:pt x="260712" y="261215"/>
                  </a:cubicBezTo>
                  <a:cubicBezTo>
                    <a:pt x="257848" y="262170"/>
                    <a:pt x="255037" y="262648"/>
                    <a:pt x="252439" y="262807"/>
                  </a:cubicBezTo>
                  <a:lnTo>
                    <a:pt x="262621" y="252624"/>
                  </a:lnTo>
                  <a:moveTo>
                    <a:pt x="282455" y="250397"/>
                  </a:moveTo>
                  <a:cubicBezTo>
                    <a:pt x="278107" y="253367"/>
                    <a:pt x="273440" y="256124"/>
                    <a:pt x="268826" y="258193"/>
                  </a:cubicBezTo>
                  <a:cubicBezTo>
                    <a:pt x="269939" y="252094"/>
                    <a:pt x="270205" y="246101"/>
                    <a:pt x="269038" y="240692"/>
                  </a:cubicBezTo>
                  <a:lnTo>
                    <a:pt x="263363" y="242124"/>
                  </a:lnTo>
                  <a:lnTo>
                    <a:pt x="262674" y="243238"/>
                  </a:lnTo>
                  <a:lnTo>
                    <a:pt x="251113" y="254798"/>
                  </a:lnTo>
                  <a:cubicBezTo>
                    <a:pt x="250954" y="253367"/>
                    <a:pt x="250688" y="251935"/>
                    <a:pt x="250423" y="250609"/>
                  </a:cubicBezTo>
                  <a:lnTo>
                    <a:pt x="244325" y="253526"/>
                  </a:lnTo>
                  <a:lnTo>
                    <a:pt x="264955" y="232896"/>
                  </a:lnTo>
                  <a:lnTo>
                    <a:pt x="282455" y="250397"/>
                  </a:lnTo>
                  <a:moveTo>
                    <a:pt x="220354" y="266147"/>
                  </a:moveTo>
                  <a:lnTo>
                    <a:pt x="267924" y="313718"/>
                  </a:lnTo>
                  <a:lnTo>
                    <a:pt x="273970" y="307673"/>
                  </a:lnTo>
                  <a:lnTo>
                    <a:pt x="272061" y="305764"/>
                  </a:lnTo>
                  <a:lnTo>
                    <a:pt x="304941" y="272883"/>
                  </a:lnTo>
                  <a:lnTo>
                    <a:pt x="306850" y="274792"/>
                  </a:lnTo>
                  <a:lnTo>
                    <a:pt x="313214" y="268428"/>
                  </a:lnTo>
                  <a:lnTo>
                    <a:pt x="265644" y="220858"/>
                  </a:lnTo>
                  <a:lnTo>
                    <a:pt x="220354" y="266147"/>
                  </a:lnTo>
                  <a:moveTo>
                    <a:pt x="303244" y="231941"/>
                  </a:moveTo>
                  <a:cubicBezTo>
                    <a:pt x="301494" y="230085"/>
                    <a:pt x="299797" y="228388"/>
                    <a:pt x="298312" y="226903"/>
                  </a:cubicBezTo>
                  <a:lnTo>
                    <a:pt x="296350" y="224941"/>
                  </a:lnTo>
                  <a:lnTo>
                    <a:pt x="300539" y="220751"/>
                  </a:lnTo>
                  <a:lnTo>
                    <a:pt x="307487" y="227699"/>
                  </a:lnTo>
                  <a:lnTo>
                    <a:pt x="303244" y="231941"/>
                  </a:lnTo>
                  <a:moveTo>
                    <a:pt x="287864" y="208076"/>
                  </a:moveTo>
                  <a:lnTo>
                    <a:pt x="295448" y="215660"/>
                  </a:lnTo>
                  <a:lnTo>
                    <a:pt x="291259" y="219850"/>
                  </a:lnTo>
                  <a:lnTo>
                    <a:pt x="283675" y="212266"/>
                  </a:lnTo>
                  <a:lnTo>
                    <a:pt x="287864" y="208076"/>
                  </a:lnTo>
                  <a:moveTo>
                    <a:pt x="288236" y="197947"/>
                  </a:moveTo>
                  <a:lnTo>
                    <a:pt x="273334" y="212849"/>
                  </a:lnTo>
                  <a:lnTo>
                    <a:pt x="292903" y="232418"/>
                  </a:lnTo>
                  <a:cubicBezTo>
                    <a:pt x="300380" y="239896"/>
                    <a:pt x="310403" y="250344"/>
                    <a:pt x="314699" y="260155"/>
                  </a:cubicBezTo>
                  <a:cubicBezTo>
                    <a:pt x="316396" y="259519"/>
                    <a:pt x="320798" y="259041"/>
                    <a:pt x="322760" y="259201"/>
                  </a:cubicBezTo>
                  <a:cubicBezTo>
                    <a:pt x="319949" y="252147"/>
                    <a:pt x="314116" y="244298"/>
                    <a:pt x="308229" y="237457"/>
                  </a:cubicBezTo>
                  <a:lnTo>
                    <a:pt x="312737" y="232949"/>
                  </a:lnTo>
                  <a:lnTo>
                    <a:pt x="323980" y="244192"/>
                  </a:lnTo>
                  <a:cubicBezTo>
                    <a:pt x="324616" y="244828"/>
                    <a:pt x="324616" y="245147"/>
                    <a:pt x="324086" y="245783"/>
                  </a:cubicBezTo>
                  <a:cubicBezTo>
                    <a:pt x="323503" y="246367"/>
                    <a:pt x="321965" y="247904"/>
                    <a:pt x="320268" y="249389"/>
                  </a:cubicBezTo>
                  <a:cubicBezTo>
                    <a:pt x="322442" y="250185"/>
                    <a:pt x="325677" y="251935"/>
                    <a:pt x="327321" y="253261"/>
                  </a:cubicBezTo>
                  <a:cubicBezTo>
                    <a:pt x="330132" y="250450"/>
                    <a:pt x="331988" y="248381"/>
                    <a:pt x="332465" y="245889"/>
                  </a:cubicBezTo>
                  <a:cubicBezTo>
                    <a:pt x="333049" y="243503"/>
                    <a:pt x="331829" y="241540"/>
                    <a:pt x="329284" y="238995"/>
                  </a:cubicBezTo>
                  <a:lnTo>
                    <a:pt x="288236" y="197947"/>
                  </a:lnTo>
                  <a:moveTo>
                    <a:pt x="336019" y="229396"/>
                  </a:moveTo>
                  <a:lnTo>
                    <a:pt x="331193" y="224570"/>
                  </a:lnTo>
                  <a:cubicBezTo>
                    <a:pt x="333420" y="224570"/>
                    <a:pt x="336178" y="224676"/>
                    <a:pt x="337556" y="224994"/>
                  </a:cubicBezTo>
                  <a:cubicBezTo>
                    <a:pt x="337504" y="220804"/>
                    <a:pt x="336761" y="216244"/>
                    <a:pt x="335541" y="211630"/>
                  </a:cubicBezTo>
                  <a:cubicBezTo>
                    <a:pt x="339413" y="212319"/>
                    <a:pt x="342966" y="213115"/>
                    <a:pt x="345617" y="214069"/>
                  </a:cubicBezTo>
                  <a:lnTo>
                    <a:pt x="346360" y="207175"/>
                  </a:lnTo>
                  <a:lnTo>
                    <a:pt x="352300" y="213115"/>
                  </a:lnTo>
                  <a:lnTo>
                    <a:pt x="336019" y="229396"/>
                  </a:lnTo>
                  <a:moveTo>
                    <a:pt x="315707" y="209084"/>
                  </a:moveTo>
                  <a:cubicBezTo>
                    <a:pt x="319472" y="209350"/>
                    <a:pt x="323503" y="209774"/>
                    <a:pt x="327427" y="210304"/>
                  </a:cubicBezTo>
                  <a:cubicBezTo>
                    <a:pt x="328700" y="214652"/>
                    <a:pt x="329495" y="218948"/>
                    <a:pt x="329549" y="222926"/>
                  </a:cubicBezTo>
                  <a:lnTo>
                    <a:pt x="315707" y="209084"/>
                  </a:lnTo>
                  <a:moveTo>
                    <a:pt x="344716" y="205531"/>
                  </a:moveTo>
                  <a:cubicBezTo>
                    <a:pt x="341428" y="204682"/>
                    <a:pt x="337345" y="203993"/>
                    <a:pt x="332996" y="203462"/>
                  </a:cubicBezTo>
                  <a:cubicBezTo>
                    <a:pt x="330928" y="197894"/>
                    <a:pt x="328223" y="192326"/>
                    <a:pt x="325200" y="186970"/>
                  </a:cubicBezTo>
                  <a:lnTo>
                    <a:pt x="318783" y="190947"/>
                  </a:lnTo>
                  <a:cubicBezTo>
                    <a:pt x="321063" y="194712"/>
                    <a:pt x="323026" y="198584"/>
                    <a:pt x="324722" y="202508"/>
                  </a:cubicBezTo>
                  <a:cubicBezTo>
                    <a:pt x="321382" y="202243"/>
                    <a:pt x="318146" y="202084"/>
                    <a:pt x="315176" y="201978"/>
                  </a:cubicBezTo>
                  <a:lnTo>
                    <a:pt x="314381" y="207758"/>
                  </a:lnTo>
                  <a:lnTo>
                    <a:pt x="311040" y="204417"/>
                  </a:lnTo>
                  <a:lnTo>
                    <a:pt x="305206" y="210251"/>
                  </a:lnTo>
                  <a:lnTo>
                    <a:pt x="336019" y="241063"/>
                  </a:lnTo>
                  <a:lnTo>
                    <a:pt x="358133" y="218948"/>
                  </a:lnTo>
                  <a:lnTo>
                    <a:pt x="360308" y="221123"/>
                  </a:lnTo>
                  <a:lnTo>
                    <a:pt x="366088" y="215342"/>
                  </a:lnTo>
                  <a:lnTo>
                    <a:pt x="333049" y="182302"/>
                  </a:lnTo>
                  <a:lnTo>
                    <a:pt x="327268" y="188083"/>
                  </a:lnTo>
                  <a:lnTo>
                    <a:pt x="344716" y="205531"/>
                  </a:lnTo>
                  <a:moveTo>
                    <a:pt x="313904" y="183204"/>
                  </a:moveTo>
                  <a:cubicBezTo>
                    <a:pt x="310828" y="182038"/>
                    <a:pt x="305949" y="180764"/>
                    <a:pt x="302290" y="179863"/>
                  </a:cubicBezTo>
                  <a:lnTo>
                    <a:pt x="298577" y="187394"/>
                  </a:lnTo>
                  <a:cubicBezTo>
                    <a:pt x="301176" y="188189"/>
                    <a:pt x="304305" y="189091"/>
                    <a:pt x="307010" y="190099"/>
                  </a:cubicBezTo>
                  <a:lnTo>
                    <a:pt x="295024" y="202084"/>
                  </a:lnTo>
                  <a:lnTo>
                    <a:pt x="300911" y="207970"/>
                  </a:lnTo>
                  <a:lnTo>
                    <a:pt x="331087" y="177794"/>
                  </a:lnTo>
                  <a:lnTo>
                    <a:pt x="325200" y="171908"/>
                  </a:lnTo>
                  <a:lnTo>
                    <a:pt x="313904" y="183204"/>
                  </a:lnTo>
                  <a:moveTo>
                    <a:pt x="398545" y="168143"/>
                  </a:moveTo>
                  <a:lnTo>
                    <a:pt x="396953" y="161354"/>
                  </a:lnTo>
                  <a:cubicBezTo>
                    <a:pt x="389688" y="164908"/>
                    <a:pt x="378816" y="171961"/>
                    <a:pt x="370914" y="178378"/>
                  </a:cubicBezTo>
                  <a:lnTo>
                    <a:pt x="372134" y="185326"/>
                  </a:lnTo>
                  <a:cubicBezTo>
                    <a:pt x="379930" y="179120"/>
                    <a:pt x="390430" y="172438"/>
                    <a:pt x="397643" y="169044"/>
                  </a:cubicBezTo>
                  <a:lnTo>
                    <a:pt x="372559" y="194129"/>
                  </a:lnTo>
                  <a:lnTo>
                    <a:pt x="356861" y="178431"/>
                  </a:lnTo>
                  <a:cubicBezTo>
                    <a:pt x="359035" y="178802"/>
                    <a:pt x="361793" y="179651"/>
                    <a:pt x="363437" y="180446"/>
                  </a:cubicBezTo>
                  <a:cubicBezTo>
                    <a:pt x="365611" y="176893"/>
                    <a:pt x="367679" y="173022"/>
                    <a:pt x="369430" y="169044"/>
                  </a:cubicBezTo>
                  <a:lnTo>
                    <a:pt x="370172" y="173711"/>
                  </a:lnTo>
                  <a:cubicBezTo>
                    <a:pt x="375581" y="170211"/>
                    <a:pt x="383112" y="166499"/>
                    <a:pt x="387673" y="164801"/>
                  </a:cubicBezTo>
                  <a:lnTo>
                    <a:pt x="386347" y="158384"/>
                  </a:lnTo>
                  <a:cubicBezTo>
                    <a:pt x="382051" y="160028"/>
                    <a:pt x="375528" y="163476"/>
                    <a:pt x="370437" y="166764"/>
                  </a:cubicBezTo>
                  <a:cubicBezTo>
                    <a:pt x="371233" y="164696"/>
                    <a:pt x="372028" y="162627"/>
                    <a:pt x="372664" y="160506"/>
                  </a:cubicBezTo>
                  <a:cubicBezTo>
                    <a:pt x="378869" y="158543"/>
                    <a:pt x="384968" y="155627"/>
                    <a:pt x="390536" y="151967"/>
                  </a:cubicBezTo>
                  <a:cubicBezTo>
                    <a:pt x="390006" y="150271"/>
                    <a:pt x="389476" y="147407"/>
                    <a:pt x="389317" y="145126"/>
                  </a:cubicBezTo>
                  <a:lnTo>
                    <a:pt x="405439" y="161248"/>
                  </a:lnTo>
                  <a:lnTo>
                    <a:pt x="398545" y="168143"/>
                  </a:lnTo>
                  <a:moveTo>
                    <a:pt x="349595" y="148255"/>
                  </a:moveTo>
                  <a:cubicBezTo>
                    <a:pt x="350921" y="154778"/>
                    <a:pt x="350338" y="162787"/>
                    <a:pt x="348481" y="169522"/>
                  </a:cubicBezTo>
                  <a:cubicBezTo>
                    <a:pt x="350497" y="169204"/>
                    <a:pt x="354368" y="169044"/>
                    <a:pt x="356330" y="169097"/>
                  </a:cubicBezTo>
                  <a:cubicBezTo>
                    <a:pt x="356701" y="167347"/>
                    <a:pt x="357020" y="165438"/>
                    <a:pt x="357179" y="163476"/>
                  </a:cubicBezTo>
                  <a:cubicBezTo>
                    <a:pt x="359353" y="163423"/>
                    <a:pt x="361634" y="163157"/>
                    <a:pt x="364020" y="162787"/>
                  </a:cubicBezTo>
                  <a:cubicBezTo>
                    <a:pt x="361846" y="167824"/>
                    <a:pt x="358982" y="172916"/>
                    <a:pt x="355906" y="177476"/>
                  </a:cubicBezTo>
                  <a:lnTo>
                    <a:pt x="338140" y="159710"/>
                  </a:lnTo>
                  <a:lnTo>
                    <a:pt x="349595" y="148255"/>
                  </a:lnTo>
                  <a:moveTo>
                    <a:pt x="368687" y="146558"/>
                  </a:moveTo>
                  <a:cubicBezTo>
                    <a:pt x="368369" y="149316"/>
                    <a:pt x="367838" y="152180"/>
                    <a:pt x="366778" y="155150"/>
                  </a:cubicBezTo>
                  <a:cubicBezTo>
                    <a:pt x="363914" y="156104"/>
                    <a:pt x="361103" y="156581"/>
                    <a:pt x="358505" y="156740"/>
                  </a:cubicBezTo>
                  <a:lnTo>
                    <a:pt x="368687" y="146558"/>
                  </a:lnTo>
                  <a:moveTo>
                    <a:pt x="388521" y="144331"/>
                  </a:moveTo>
                  <a:cubicBezTo>
                    <a:pt x="384173" y="147301"/>
                    <a:pt x="379505" y="150058"/>
                    <a:pt x="374892" y="152126"/>
                  </a:cubicBezTo>
                  <a:cubicBezTo>
                    <a:pt x="376006" y="146028"/>
                    <a:pt x="376271" y="140035"/>
                    <a:pt x="375104" y="134626"/>
                  </a:cubicBezTo>
                  <a:lnTo>
                    <a:pt x="369430" y="136058"/>
                  </a:lnTo>
                  <a:lnTo>
                    <a:pt x="368740" y="137171"/>
                  </a:lnTo>
                  <a:lnTo>
                    <a:pt x="357179" y="148733"/>
                  </a:lnTo>
                  <a:cubicBezTo>
                    <a:pt x="357020" y="147301"/>
                    <a:pt x="356755" y="145869"/>
                    <a:pt x="356489" y="144543"/>
                  </a:cubicBezTo>
                  <a:lnTo>
                    <a:pt x="350390" y="147460"/>
                  </a:lnTo>
                  <a:lnTo>
                    <a:pt x="371020" y="126830"/>
                  </a:lnTo>
                  <a:lnTo>
                    <a:pt x="388521" y="144331"/>
                  </a:lnTo>
                  <a:moveTo>
                    <a:pt x="326420" y="160082"/>
                  </a:moveTo>
                  <a:lnTo>
                    <a:pt x="373990" y="207652"/>
                  </a:lnTo>
                  <a:lnTo>
                    <a:pt x="380036" y="201607"/>
                  </a:lnTo>
                  <a:lnTo>
                    <a:pt x="378127" y="199697"/>
                  </a:lnTo>
                  <a:lnTo>
                    <a:pt x="411007" y="166817"/>
                  </a:lnTo>
                  <a:lnTo>
                    <a:pt x="412916" y="168726"/>
                  </a:lnTo>
                  <a:lnTo>
                    <a:pt x="419281" y="162362"/>
                  </a:lnTo>
                  <a:lnTo>
                    <a:pt x="371710" y="114791"/>
                  </a:lnTo>
                  <a:lnTo>
                    <a:pt x="326420" y="160082"/>
                  </a:lnTo>
                  <a:moveTo>
                    <a:pt x="274765" y="424822"/>
                  </a:moveTo>
                  <a:lnTo>
                    <a:pt x="281819" y="417769"/>
                  </a:lnTo>
                  <a:lnTo>
                    <a:pt x="265432" y="401382"/>
                  </a:lnTo>
                  <a:cubicBezTo>
                    <a:pt x="261719" y="397670"/>
                    <a:pt x="255620" y="392843"/>
                    <a:pt x="251537" y="389503"/>
                  </a:cubicBezTo>
                  <a:lnTo>
                    <a:pt x="251749" y="389290"/>
                  </a:lnTo>
                  <a:lnTo>
                    <a:pt x="264106" y="395389"/>
                  </a:lnTo>
                  <a:lnTo>
                    <a:pt x="286698" y="405784"/>
                  </a:lnTo>
                  <a:lnTo>
                    <a:pt x="291206" y="401276"/>
                  </a:lnTo>
                  <a:lnTo>
                    <a:pt x="280758" y="378737"/>
                  </a:lnTo>
                  <a:lnTo>
                    <a:pt x="274712" y="366327"/>
                  </a:lnTo>
                  <a:lnTo>
                    <a:pt x="274978" y="366062"/>
                  </a:lnTo>
                  <a:cubicBezTo>
                    <a:pt x="278266" y="370198"/>
                    <a:pt x="283145" y="376244"/>
                    <a:pt x="286857" y="379957"/>
                  </a:cubicBezTo>
                  <a:lnTo>
                    <a:pt x="303244" y="396344"/>
                  </a:lnTo>
                  <a:lnTo>
                    <a:pt x="310403" y="389184"/>
                  </a:lnTo>
                  <a:lnTo>
                    <a:pt x="271106" y="349887"/>
                  </a:lnTo>
                  <a:lnTo>
                    <a:pt x="262409" y="358584"/>
                  </a:lnTo>
                  <a:lnTo>
                    <a:pt x="274288" y="383510"/>
                  </a:lnTo>
                  <a:cubicBezTo>
                    <a:pt x="275879" y="386798"/>
                    <a:pt x="277789" y="390086"/>
                    <a:pt x="279433" y="393427"/>
                  </a:cubicBezTo>
                  <a:lnTo>
                    <a:pt x="279167" y="393692"/>
                  </a:lnTo>
                  <a:cubicBezTo>
                    <a:pt x="275879" y="391995"/>
                    <a:pt x="272538" y="390139"/>
                    <a:pt x="269250" y="388548"/>
                  </a:cubicBezTo>
                  <a:lnTo>
                    <a:pt x="244165" y="376828"/>
                  </a:lnTo>
                  <a:lnTo>
                    <a:pt x="235468" y="385525"/>
                  </a:lnTo>
                  <a:lnTo>
                    <a:pt x="274765" y="424822"/>
                  </a:lnTo>
                  <a:moveTo>
                    <a:pt x="319394" y="380194"/>
                  </a:moveTo>
                  <a:lnTo>
                    <a:pt x="327190" y="372398"/>
                  </a:lnTo>
                  <a:lnTo>
                    <a:pt x="297491" y="342700"/>
                  </a:lnTo>
                  <a:lnTo>
                    <a:pt x="289695" y="350496"/>
                  </a:lnTo>
                  <a:lnTo>
                    <a:pt x="319394" y="380194"/>
                  </a:lnTo>
                  <a:moveTo>
                    <a:pt x="288847" y="341798"/>
                  </a:moveTo>
                  <a:cubicBezTo>
                    <a:pt x="291498" y="339147"/>
                    <a:pt x="291657" y="335594"/>
                    <a:pt x="289058" y="332995"/>
                  </a:cubicBezTo>
                  <a:cubicBezTo>
                    <a:pt x="286513" y="330449"/>
                    <a:pt x="282960" y="330608"/>
                    <a:pt x="280308" y="333260"/>
                  </a:cubicBezTo>
                  <a:cubicBezTo>
                    <a:pt x="277604" y="335965"/>
                    <a:pt x="277444" y="339518"/>
                    <a:pt x="279990" y="342064"/>
                  </a:cubicBezTo>
                  <a:cubicBezTo>
                    <a:pt x="282589" y="344662"/>
                    <a:pt x="286142" y="344503"/>
                    <a:pt x="288847" y="341798"/>
                  </a:cubicBezTo>
                  <a:moveTo>
                    <a:pt x="335500" y="364088"/>
                  </a:moveTo>
                  <a:lnTo>
                    <a:pt x="343296" y="356292"/>
                  </a:lnTo>
                  <a:lnTo>
                    <a:pt x="322879" y="335874"/>
                  </a:lnTo>
                  <a:cubicBezTo>
                    <a:pt x="322879" y="331525"/>
                    <a:pt x="323249" y="328820"/>
                    <a:pt x="325689" y="326381"/>
                  </a:cubicBezTo>
                  <a:cubicBezTo>
                    <a:pt x="328606" y="323464"/>
                    <a:pt x="331470" y="323783"/>
                    <a:pt x="336083" y="328396"/>
                  </a:cubicBezTo>
                  <a:lnTo>
                    <a:pt x="353638" y="345950"/>
                  </a:lnTo>
                  <a:lnTo>
                    <a:pt x="361433" y="338155"/>
                  </a:lnTo>
                  <a:lnTo>
                    <a:pt x="342925" y="319646"/>
                  </a:lnTo>
                  <a:cubicBezTo>
                    <a:pt x="335447" y="312169"/>
                    <a:pt x="328235" y="310471"/>
                    <a:pt x="321818" y="316888"/>
                  </a:cubicBezTo>
                  <a:cubicBezTo>
                    <a:pt x="317787" y="320919"/>
                    <a:pt x="316886" y="326063"/>
                    <a:pt x="316832" y="331207"/>
                  </a:cubicBezTo>
                  <a:lnTo>
                    <a:pt x="316673" y="331366"/>
                  </a:lnTo>
                  <a:lnTo>
                    <a:pt x="312166" y="328025"/>
                  </a:lnTo>
                  <a:lnTo>
                    <a:pt x="305802" y="334389"/>
                  </a:lnTo>
                  <a:lnTo>
                    <a:pt x="335500" y="364088"/>
                  </a:lnTo>
                  <a:moveTo>
                    <a:pt x="380665" y="320408"/>
                  </a:moveTo>
                  <a:cubicBezTo>
                    <a:pt x="383740" y="317332"/>
                    <a:pt x="385013" y="312665"/>
                    <a:pt x="385066" y="308370"/>
                  </a:cubicBezTo>
                  <a:lnTo>
                    <a:pt x="385279" y="308158"/>
                  </a:lnTo>
                  <a:lnTo>
                    <a:pt x="388937" y="310650"/>
                  </a:lnTo>
                  <a:lnTo>
                    <a:pt x="395249" y="304339"/>
                  </a:lnTo>
                  <a:lnTo>
                    <a:pt x="352928" y="262019"/>
                  </a:lnTo>
                  <a:lnTo>
                    <a:pt x="345185" y="269762"/>
                  </a:lnTo>
                  <a:lnTo>
                    <a:pt x="355633" y="280209"/>
                  </a:lnTo>
                  <a:lnTo>
                    <a:pt x="360565" y="284611"/>
                  </a:lnTo>
                  <a:cubicBezTo>
                    <a:pt x="356482" y="284770"/>
                    <a:pt x="353140" y="285566"/>
                    <a:pt x="349799" y="288907"/>
                  </a:cubicBezTo>
                  <a:cubicBezTo>
                    <a:pt x="343382" y="295324"/>
                    <a:pt x="343276" y="307309"/>
                    <a:pt x="352928" y="316961"/>
                  </a:cubicBezTo>
                  <a:cubicBezTo>
                    <a:pt x="362686" y="326719"/>
                    <a:pt x="373293" y="327780"/>
                    <a:pt x="380665" y="320408"/>
                  </a:cubicBezTo>
                  <a:moveTo>
                    <a:pt x="376263" y="311976"/>
                  </a:moveTo>
                  <a:cubicBezTo>
                    <a:pt x="372338" y="315901"/>
                    <a:pt x="367035" y="315052"/>
                    <a:pt x="360883" y="308900"/>
                  </a:cubicBezTo>
                  <a:cubicBezTo>
                    <a:pt x="354943" y="302960"/>
                    <a:pt x="354572" y="296968"/>
                    <a:pt x="357913" y="293627"/>
                  </a:cubicBezTo>
                  <a:cubicBezTo>
                    <a:pt x="359770" y="291770"/>
                    <a:pt x="362262" y="290444"/>
                    <a:pt x="365709" y="290285"/>
                  </a:cubicBezTo>
                  <a:lnTo>
                    <a:pt x="378755" y="303332"/>
                  </a:lnTo>
                  <a:cubicBezTo>
                    <a:pt x="379232" y="307309"/>
                    <a:pt x="378331" y="309908"/>
                    <a:pt x="376263" y="311976"/>
                  </a:cubicBezTo>
                  <a:moveTo>
                    <a:pt x="404240" y="295348"/>
                  </a:moveTo>
                  <a:lnTo>
                    <a:pt x="411294" y="288294"/>
                  </a:lnTo>
                  <a:lnTo>
                    <a:pt x="394907" y="271907"/>
                  </a:lnTo>
                  <a:cubicBezTo>
                    <a:pt x="391195" y="268195"/>
                    <a:pt x="385096" y="263368"/>
                    <a:pt x="381012" y="260027"/>
                  </a:cubicBezTo>
                  <a:lnTo>
                    <a:pt x="381224" y="259815"/>
                  </a:lnTo>
                  <a:lnTo>
                    <a:pt x="393581" y="265914"/>
                  </a:lnTo>
                  <a:lnTo>
                    <a:pt x="416173" y="276308"/>
                  </a:lnTo>
                  <a:lnTo>
                    <a:pt x="420681" y="271801"/>
                  </a:lnTo>
                  <a:lnTo>
                    <a:pt x="410233" y="249262"/>
                  </a:lnTo>
                  <a:lnTo>
                    <a:pt x="404188" y="236852"/>
                  </a:lnTo>
                  <a:lnTo>
                    <a:pt x="404453" y="236587"/>
                  </a:lnTo>
                  <a:cubicBezTo>
                    <a:pt x="407741" y="240724"/>
                    <a:pt x="412620" y="246769"/>
                    <a:pt x="416332" y="250481"/>
                  </a:cubicBezTo>
                  <a:lnTo>
                    <a:pt x="432719" y="266869"/>
                  </a:lnTo>
                  <a:lnTo>
                    <a:pt x="439879" y="259709"/>
                  </a:lnTo>
                  <a:lnTo>
                    <a:pt x="400581" y="220412"/>
                  </a:lnTo>
                  <a:lnTo>
                    <a:pt x="391884" y="229109"/>
                  </a:lnTo>
                  <a:lnTo>
                    <a:pt x="403763" y="254035"/>
                  </a:lnTo>
                  <a:cubicBezTo>
                    <a:pt x="405354" y="257323"/>
                    <a:pt x="407263" y="260611"/>
                    <a:pt x="408907" y="263952"/>
                  </a:cubicBezTo>
                  <a:lnTo>
                    <a:pt x="408643" y="264217"/>
                  </a:lnTo>
                  <a:cubicBezTo>
                    <a:pt x="405354" y="262520"/>
                    <a:pt x="402013" y="260664"/>
                    <a:pt x="398725" y="259073"/>
                  </a:cubicBezTo>
                  <a:lnTo>
                    <a:pt x="373640" y="247352"/>
                  </a:lnTo>
                  <a:lnTo>
                    <a:pt x="364943" y="256050"/>
                  </a:lnTo>
                  <a:lnTo>
                    <a:pt x="404240" y="295348"/>
                  </a:lnTo>
                  <a:moveTo>
                    <a:pt x="456929" y="244143"/>
                  </a:moveTo>
                  <a:cubicBezTo>
                    <a:pt x="460324" y="240749"/>
                    <a:pt x="461597" y="236082"/>
                    <a:pt x="461968" y="231256"/>
                  </a:cubicBezTo>
                  <a:lnTo>
                    <a:pt x="462180" y="231044"/>
                  </a:lnTo>
                  <a:lnTo>
                    <a:pt x="465892" y="233696"/>
                  </a:lnTo>
                  <a:lnTo>
                    <a:pt x="472256" y="227332"/>
                  </a:lnTo>
                  <a:lnTo>
                    <a:pt x="454915" y="209990"/>
                  </a:lnTo>
                  <a:cubicBezTo>
                    <a:pt x="446323" y="201398"/>
                    <a:pt x="437944" y="200762"/>
                    <a:pt x="430413" y="208293"/>
                  </a:cubicBezTo>
                  <a:cubicBezTo>
                    <a:pt x="425746" y="212960"/>
                    <a:pt x="423254" y="218953"/>
                    <a:pt x="421928" y="224627"/>
                  </a:cubicBezTo>
                  <a:lnTo>
                    <a:pt x="429883" y="226960"/>
                  </a:lnTo>
                  <a:cubicBezTo>
                    <a:pt x="431050" y="222612"/>
                    <a:pt x="432481" y="218740"/>
                    <a:pt x="435239" y="215983"/>
                  </a:cubicBezTo>
                  <a:cubicBezTo>
                    <a:pt x="438898" y="212323"/>
                    <a:pt x="442399" y="213278"/>
                    <a:pt x="445475" y="216035"/>
                  </a:cubicBezTo>
                  <a:cubicBezTo>
                    <a:pt x="434762" y="229294"/>
                    <a:pt x="432959" y="237779"/>
                    <a:pt x="439323" y="244143"/>
                  </a:cubicBezTo>
                  <a:cubicBezTo>
                    <a:pt x="444361" y="249181"/>
                    <a:pt x="451627" y="249446"/>
                    <a:pt x="456929" y="244143"/>
                  </a:cubicBezTo>
                  <a:moveTo>
                    <a:pt x="453376" y="235499"/>
                  </a:moveTo>
                  <a:cubicBezTo>
                    <a:pt x="451096" y="237779"/>
                    <a:pt x="448444" y="238415"/>
                    <a:pt x="446111" y="236082"/>
                  </a:cubicBezTo>
                  <a:cubicBezTo>
                    <a:pt x="443459" y="233431"/>
                    <a:pt x="443884" y="228976"/>
                    <a:pt x="450248" y="220808"/>
                  </a:cubicBezTo>
                  <a:lnTo>
                    <a:pt x="456240" y="226801"/>
                  </a:lnTo>
                  <a:cubicBezTo>
                    <a:pt x="456187" y="230567"/>
                    <a:pt x="455604" y="233272"/>
                    <a:pt x="453376" y="235499"/>
                  </a:cubicBezTo>
                  <a:moveTo>
                    <a:pt x="489430" y="211643"/>
                  </a:moveTo>
                  <a:cubicBezTo>
                    <a:pt x="497172" y="203900"/>
                    <a:pt x="497066" y="195628"/>
                    <a:pt x="491869" y="190430"/>
                  </a:cubicBezTo>
                  <a:cubicBezTo>
                    <a:pt x="486353" y="184915"/>
                    <a:pt x="480043" y="187301"/>
                    <a:pt x="474633" y="189741"/>
                  </a:cubicBezTo>
                  <a:cubicBezTo>
                    <a:pt x="470338" y="191703"/>
                    <a:pt x="466784" y="193665"/>
                    <a:pt x="464610" y="191491"/>
                  </a:cubicBezTo>
                  <a:cubicBezTo>
                    <a:pt x="462913" y="189794"/>
                    <a:pt x="463019" y="187354"/>
                    <a:pt x="465724" y="184649"/>
                  </a:cubicBezTo>
                  <a:cubicBezTo>
                    <a:pt x="467898" y="182475"/>
                    <a:pt x="470974" y="181415"/>
                    <a:pt x="474633" y="180831"/>
                  </a:cubicBezTo>
                  <a:lnTo>
                    <a:pt x="473413" y="172611"/>
                  </a:lnTo>
                  <a:cubicBezTo>
                    <a:pt x="469118" y="173194"/>
                    <a:pt x="463973" y="174733"/>
                    <a:pt x="459678" y="179028"/>
                  </a:cubicBezTo>
                  <a:cubicBezTo>
                    <a:pt x="452890" y="185816"/>
                    <a:pt x="452359" y="193877"/>
                    <a:pt x="457663" y="199181"/>
                  </a:cubicBezTo>
                  <a:cubicBezTo>
                    <a:pt x="462648" y="204166"/>
                    <a:pt x="469118" y="202256"/>
                    <a:pt x="474315" y="199923"/>
                  </a:cubicBezTo>
                  <a:cubicBezTo>
                    <a:pt x="478664" y="198014"/>
                    <a:pt x="482747" y="195946"/>
                    <a:pt x="484975" y="198173"/>
                  </a:cubicBezTo>
                  <a:cubicBezTo>
                    <a:pt x="486831" y="200029"/>
                    <a:pt x="486778" y="202628"/>
                    <a:pt x="483808" y="205598"/>
                  </a:cubicBezTo>
                  <a:cubicBezTo>
                    <a:pt x="481050" y="208355"/>
                    <a:pt x="477338" y="209734"/>
                    <a:pt x="472618" y="210317"/>
                  </a:cubicBezTo>
                  <a:lnTo>
                    <a:pt x="473944" y="218750"/>
                  </a:lnTo>
                  <a:cubicBezTo>
                    <a:pt x="479353" y="218219"/>
                    <a:pt x="485452" y="215621"/>
                    <a:pt x="489430" y="211643"/>
                  </a:cubicBezTo>
                  <a:moveTo>
                    <a:pt x="516830" y="184243"/>
                  </a:moveTo>
                  <a:cubicBezTo>
                    <a:pt x="519429" y="181644"/>
                    <a:pt x="520914" y="178992"/>
                    <a:pt x="521975" y="176871"/>
                  </a:cubicBezTo>
                  <a:lnTo>
                    <a:pt x="515027" y="172469"/>
                  </a:lnTo>
                  <a:cubicBezTo>
                    <a:pt x="514550" y="173582"/>
                    <a:pt x="513701" y="175067"/>
                    <a:pt x="512747" y="176022"/>
                  </a:cubicBezTo>
                  <a:cubicBezTo>
                    <a:pt x="510095" y="178674"/>
                    <a:pt x="507125" y="178462"/>
                    <a:pt x="503731" y="175067"/>
                  </a:cubicBezTo>
                  <a:lnTo>
                    <a:pt x="490579" y="161915"/>
                  </a:lnTo>
                  <a:lnTo>
                    <a:pt x="497897" y="154597"/>
                  </a:lnTo>
                  <a:lnTo>
                    <a:pt x="491746" y="148445"/>
                  </a:lnTo>
                  <a:lnTo>
                    <a:pt x="484427" y="155764"/>
                  </a:lnTo>
                  <a:lnTo>
                    <a:pt x="476419" y="147755"/>
                  </a:lnTo>
                  <a:lnTo>
                    <a:pt x="469949" y="154226"/>
                  </a:lnTo>
                  <a:lnTo>
                    <a:pt x="477056" y="163135"/>
                  </a:lnTo>
                  <a:lnTo>
                    <a:pt x="472813" y="168120"/>
                  </a:lnTo>
                  <a:lnTo>
                    <a:pt x="478594" y="173901"/>
                  </a:lnTo>
                  <a:lnTo>
                    <a:pt x="482783" y="169711"/>
                  </a:lnTo>
                  <a:lnTo>
                    <a:pt x="495935" y="182863"/>
                  </a:lnTo>
                  <a:cubicBezTo>
                    <a:pt x="502565" y="189493"/>
                    <a:pt x="509777" y="191296"/>
                    <a:pt x="516830" y="184243"/>
                  </a:cubicBezTo>
                  <a:moveTo>
                    <a:pt x="540184" y="160888"/>
                  </a:moveTo>
                  <a:cubicBezTo>
                    <a:pt x="543844" y="157229"/>
                    <a:pt x="546336" y="152191"/>
                    <a:pt x="547238" y="147259"/>
                  </a:cubicBezTo>
                  <a:lnTo>
                    <a:pt x="539813" y="145138"/>
                  </a:lnTo>
                  <a:cubicBezTo>
                    <a:pt x="539018" y="148585"/>
                    <a:pt x="537639" y="151448"/>
                    <a:pt x="535199" y="153888"/>
                  </a:cubicBezTo>
                  <a:cubicBezTo>
                    <a:pt x="530798" y="158290"/>
                    <a:pt x="525070" y="158926"/>
                    <a:pt x="519554" y="154684"/>
                  </a:cubicBezTo>
                  <a:lnTo>
                    <a:pt x="537851" y="136387"/>
                  </a:lnTo>
                  <a:cubicBezTo>
                    <a:pt x="537374" y="135485"/>
                    <a:pt x="536101" y="133895"/>
                    <a:pt x="534616" y="132410"/>
                  </a:cubicBezTo>
                  <a:cubicBezTo>
                    <a:pt x="526449" y="124243"/>
                    <a:pt x="516214" y="122492"/>
                    <a:pt x="508046" y="130660"/>
                  </a:cubicBezTo>
                  <a:cubicBezTo>
                    <a:pt x="500993" y="137713"/>
                    <a:pt x="500198" y="150494"/>
                    <a:pt x="509797" y="160093"/>
                  </a:cubicBezTo>
                  <a:cubicBezTo>
                    <a:pt x="519608" y="169904"/>
                    <a:pt x="531858" y="169214"/>
                    <a:pt x="540184" y="160888"/>
                  </a:cubicBezTo>
                  <a:moveTo>
                    <a:pt x="514252" y="149593"/>
                  </a:moveTo>
                  <a:cubicBezTo>
                    <a:pt x="510539" y="144713"/>
                    <a:pt x="511069" y="139728"/>
                    <a:pt x="514198" y="136599"/>
                  </a:cubicBezTo>
                  <a:cubicBezTo>
                    <a:pt x="518017" y="132781"/>
                    <a:pt x="522365" y="133523"/>
                    <a:pt x="526343" y="137501"/>
                  </a:cubicBezTo>
                  <a:lnTo>
                    <a:pt x="514252" y="149593"/>
                  </a:lnTo>
                  <a:moveTo>
                    <a:pt x="557317" y="142271"/>
                  </a:moveTo>
                  <a:lnTo>
                    <a:pt x="565113" y="134475"/>
                  </a:lnTo>
                  <a:lnTo>
                    <a:pt x="547400" y="116762"/>
                  </a:lnTo>
                  <a:cubicBezTo>
                    <a:pt x="544748" y="110822"/>
                    <a:pt x="546021" y="106474"/>
                    <a:pt x="548354" y="104140"/>
                  </a:cubicBezTo>
                  <a:cubicBezTo>
                    <a:pt x="549574" y="102920"/>
                    <a:pt x="550582" y="102231"/>
                    <a:pt x="551960" y="101488"/>
                  </a:cubicBezTo>
                  <a:lnTo>
                    <a:pt x="546551" y="93427"/>
                  </a:lnTo>
                  <a:cubicBezTo>
                    <a:pt x="545279" y="93958"/>
                    <a:pt x="544059" y="94647"/>
                    <a:pt x="542415" y="96291"/>
                  </a:cubicBezTo>
                  <a:cubicBezTo>
                    <a:pt x="539339" y="99367"/>
                    <a:pt x="538278" y="104671"/>
                    <a:pt x="539975" y="110716"/>
                  </a:cubicBezTo>
                  <a:lnTo>
                    <a:pt x="539816" y="110875"/>
                  </a:lnTo>
                  <a:lnTo>
                    <a:pt x="533983" y="106208"/>
                  </a:lnTo>
                  <a:lnTo>
                    <a:pt x="527618" y="112573"/>
                  </a:lnTo>
                  <a:lnTo>
                    <a:pt x="557317" y="142271"/>
                  </a:lnTo>
                </a:path>
              </a:pathLst>
            </a:custGeom>
            <a:solidFill>
              <a:srgbClr val="999999">
                <a:alpha val="30000"/>
              </a:srgbClr>
            </a:solidFill>
          </p:spPr>
        </p:sp>
        <p:sp>
          <p:nvSpPr>
            <p:cNvPr id="164" name="shape164"/>
            <p:cNvSpPr/>
            <p:nvPr/>
          </p:nvSpPr>
          <p:spPr>
            <a:xfrm>
              <a:off x="5263974" y="3569843"/>
              <a:ext cx="192000" cy="192000"/>
            </a:xfrm>
            <a:custGeom>
              <a:avLst/>
              <a:gdLst/>
              <a:ahLst/>
              <a:cxnLst/>
              <a:rect l="0" t="0" r="0" b="0"/>
              <a:pathLst>
                <a:path w="192000" h="192000">
                  <a:moveTo>
                    <a:pt x="83426" y="386789"/>
                  </a:moveTo>
                  <a:lnTo>
                    <a:pt x="51606" y="418609"/>
                  </a:lnTo>
                  <a:cubicBezTo>
                    <a:pt x="43204" y="427012"/>
                    <a:pt x="37083" y="433137"/>
                    <a:pt x="32653" y="438356"/>
                  </a:cubicBezTo>
                  <a:cubicBezTo>
                    <a:pt x="28254" y="443537"/>
                    <a:pt x="25770" y="447547"/>
                    <a:pt x="24445" y="451623"/>
                  </a:cubicBezTo>
                  <a:cubicBezTo>
                    <a:pt x="21968" y="459248"/>
                    <a:pt x="21968" y="467463"/>
                    <a:pt x="24445" y="475089"/>
                  </a:cubicBezTo>
                  <a:cubicBezTo>
                    <a:pt x="25770" y="479164"/>
                    <a:pt x="28254" y="483175"/>
                    <a:pt x="32653" y="488356"/>
                  </a:cubicBezTo>
                  <a:cubicBezTo>
                    <a:pt x="37083" y="493574"/>
                    <a:pt x="43204" y="499700"/>
                    <a:pt x="51606" y="508102"/>
                  </a:cubicBezTo>
                  <a:lnTo>
                    <a:pt x="83426" y="539922"/>
                  </a:lnTo>
                  <a:cubicBezTo>
                    <a:pt x="91829" y="548325"/>
                    <a:pt x="97954" y="554445"/>
                    <a:pt x="103173" y="558875"/>
                  </a:cubicBezTo>
                  <a:cubicBezTo>
                    <a:pt x="108354" y="563274"/>
                    <a:pt x="112364" y="565759"/>
                    <a:pt x="116440" y="567083"/>
                  </a:cubicBezTo>
                  <a:cubicBezTo>
                    <a:pt x="124066" y="569561"/>
                    <a:pt x="132280" y="569561"/>
                    <a:pt x="139906" y="567083"/>
                  </a:cubicBezTo>
                  <a:cubicBezTo>
                    <a:pt x="143981" y="565759"/>
                    <a:pt x="147992" y="563274"/>
                    <a:pt x="153173" y="558875"/>
                  </a:cubicBezTo>
                  <a:cubicBezTo>
                    <a:pt x="158392" y="554445"/>
                    <a:pt x="164516" y="548325"/>
                    <a:pt x="172919" y="539922"/>
                  </a:cubicBezTo>
                  <a:lnTo>
                    <a:pt x="204739" y="508102"/>
                  </a:lnTo>
                  <a:cubicBezTo>
                    <a:pt x="213142" y="499700"/>
                    <a:pt x="219262" y="493574"/>
                    <a:pt x="223693" y="488356"/>
                  </a:cubicBezTo>
                  <a:cubicBezTo>
                    <a:pt x="228091" y="483175"/>
                    <a:pt x="230576" y="479164"/>
                    <a:pt x="231900" y="475088"/>
                  </a:cubicBezTo>
                  <a:cubicBezTo>
                    <a:pt x="234378" y="467463"/>
                    <a:pt x="234378" y="459248"/>
                    <a:pt x="231900" y="451623"/>
                  </a:cubicBezTo>
                  <a:cubicBezTo>
                    <a:pt x="230576" y="447547"/>
                    <a:pt x="228091" y="443537"/>
                    <a:pt x="223693" y="438356"/>
                  </a:cubicBezTo>
                  <a:cubicBezTo>
                    <a:pt x="219262" y="433137"/>
                    <a:pt x="213142" y="427012"/>
                    <a:pt x="204739" y="418609"/>
                  </a:cubicBezTo>
                  <a:lnTo>
                    <a:pt x="172919" y="386789"/>
                  </a:lnTo>
                  <a:cubicBezTo>
                    <a:pt x="164516" y="378386"/>
                    <a:pt x="158392" y="372266"/>
                    <a:pt x="153173" y="367836"/>
                  </a:cubicBezTo>
                  <a:cubicBezTo>
                    <a:pt x="147992" y="363437"/>
                    <a:pt x="143981" y="360952"/>
                    <a:pt x="139906" y="359628"/>
                  </a:cubicBezTo>
                  <a:cubicBezTo>
                    <a:pt x="132280" y="357151"/>
                    <a:pt x="124066" y="357151"/>
                    <a:pt x="116440" y="359628"/>
                  </a:cubicBezTo>
                  <a:cubicBezTo>
                    <a:pt x="112364" y="360952"/>
                    <a:pt x="108354" y="363437"/>
                    <a:pt x="103173" y="367836"/>
                  </a:cubicBezTo>
                  <a:cubicBezTo>
                    <a:pt x="97954" y="372266"/>
                    <a:pt x="91829" y="378386"/>
                    <a:pt x="83426" y="386789"/>
                  </a:cubicBezTo>
                  <a:moveTo>
                    <a:pt x="20433" y="476392"/>
                  </a:moveTo>
                  <a:cubicBezTo>
                    <a:pt x="23563" y="486025"/>
                    <a:pt x="31916" y="494378"/>
                    <a:pt x="48623" y="511085"/>
                  </a:cubicBezTo>
                  <a:lnTo>
                    <a:pt x="80443" y="542905"/>
                  </a:lnTo>
                  <a:cubicBezTo>
                    <a:pt x="97150" y="559612"/>
                    <a:pt x="105503" y="567965"/>
                    <a:pt x="115136" y="571096"/>
                  </a:cubicBezTo>
                  <a:cubicBezTo>
                    <a:pt x="123609" y="573848"/>
                    <a:pt x="132736" y="573848"/>
                    <a:pt x="141209" y="571096"/>
                  </a:cubicBezTo>
                  <a:cubicBezTo>
                    <a:pt x="150842" y="567965"/>
                    <a:pt x="159196" y="559612"/>
                    <a:pt x="175903" y="542905"/>
                  </a:cubicBezTo>
                  <a:lnTo>
                    <a:pt x="207722" y="511085"/>
                  </a:lnTo>
                  <a:cubicBezTo>
                    <a:pt x="224429" y="494378"/>
                    <a:pt x="232783" y="486025"/>
                    <a:pt x="235913" y="476392"/>
                  </a:cubicBezTo>
                  <a:cubicBezTo>
                    <a:pt x="238666" y="467919"/>
                    <a:pt x="238666" y="458792"/>
                    <a:pt x="235913" y="450319"/>
                  </a:cubicBezTo>
                  <a:cubicBezTo>
                    <a:pt x="232783" y="440686"/>
                    <a:pt x="224429" y="432333"/>
                    <a:pt x="207722" y="415626"/>
                  </a:cubicBezTo>
                  <a:lnTo>
                    <a:pt x="175903" y="383806"/>
                  </a:lnTo>
                  <a:cubicBezTo>
                    <a:pt x="159196" y="367099"/>
                    <a:pt x="150842" y="358746"/>
                    <a:pt x="141209" y="355616"/>
                  </a:cubicBezTo>
                  <a:cubicBezTo>
                    <a:pt x="132736" y="352863"/>
                    <a:pt x="123609" y="352863"/>
                    <a:pt x="115136" y="355616"/>
                  </a:cubicBezTo>
                  <a:cubicBezTo>
                    <a:pt x="105503" y="358746"/>
                    <a:pt x="97150" y="367099"/>
                    <a:pt x="80443" y="383806"/>
                  </a:cubicBezTo>
                  <a:lnTo>
                    <a:pt x="48623" y="415626"/>
                  </a:lnTo>
                  <a:cubicBezTo>
                    <a:pt x="31916" y="432333"/>
                    <a:pt x="23563" y="440686"/>
                    <a:pt x="20433" y="450319"/>
                  </a:cubicBezTo>
                  <a:cubicBezTo>
                    <a:pt x="17680" y="458792"/>
                    <a:pt x="17680" y="467919"/>
                    <a:pt x="20433" y="476392"/>
                  </a:cubicBezTo>
                </a:path>
              </a:pathLst>
            </a:custGeom>
            <a:solidFill>
              <a:srgbClr val="999999">
                <a:alpha val="30000"/>
              </a:srgbClr>
            </a:solidFill>
          </p:spPr>
        </p:sp>
        <p:sp>
          <p:nvSpPr>
            <p:cNvPr id="165" name="shape165"/>
            <p:cNvSpPr/>
            <p:nvPr/>
          </p:nvSpPr>
          <p:spPr>
            <a:xfrm>
              <a:off x="5263974" y="3569843"/>
              <a:ext cx="192000" cy="192000"/>
            </a:xfrm>
            <a:custGeom>
              <a:avLst/>
              <a:gdLst/>
              <a:ahLst/>
              <a:cxnLst/>
              <a:rect l="0" t="0" r="0" b="0"/>
              <a:pathLst>
                <a:path w="192000" h="192000">
                  <a:moveTo>
                    <a:pt x="85406" y="472474"/>
                  </a:moveTo>
                  <a:lnTo>
                    <a:pt x="118879" y="505946"/>
                  </a:lnTo>
                  <a:lnTo>
                    <a:pt x="118879" y="495683"/>
                  </a:lnTo>
                  <a:cubicBezTo>
                    <a:pt x="118879" y="490628"/>
                    <a:pt x="122977" y="486530"/>
                    <a:pt x="128032" y="486530"/>
                  </a:cubicBezTo>
                  <a:cubicBezTo>
                    <a:pt x="133087" y="486530"/>
                    <a:pt x="137185" y="490628"/>
                    <a:pt x="137185" y="495683"/>
                  </a:cubicBezTo>
                  <a:lnTo>
                    <a:pt x="137185" y="516995"/>
                  </a:lnTo>
                  <a:cubicBezTo>
                    <a:pt x="137185" y="529227"/>
                    <a:pt x="122396" y="535353"/>
                    <a:pt x="113747" y="526703"/>
                  </a:cubicBezTo>
                  <a:lnTo>
                    <a:pt x="64649" y="477607"/>
                  </a:lnTo>
                  <a:cubicBezTo>
                    <a:pt x="56000" y="468957"/>
                    <a:pt x="62126" y="454168"/>
                    <a:pt x="74357" y="454168"/>
                  </a:cubicBezTo>
                  <a:lnTo>
                    <a:pt x="170657" y="454168"/>
                  </a:lnTo>
                  <a:lnTo>
                    <a:pt x="137185" y="420696"/>
                  </a:lnTo>
                  <a:lnTo>
                    <a:pt x="137185" y="430960"/>
                  </a:lnTo>
                  <a:cubicBezTo>
                    <a:pt x="137185" y="436015"/>
                    <a:pt x="133087" y="440113"/>
                    <a:pt x="128032" y="440113"/>
                  </a:cubicBezTo>
                  <a:cubicBezTo>
                    <a:pt x="122977" y="440113"/>
                    <a:pt x="118879" y="436015"/>
                    <a:pt x="118879" y="430960"/>
                  </a:cubicBezTo>
                  <a:lnTo>
                    <a:pt x="118879" y="409648"/>
                  </a:lnTo>
                  <a:cubicBezTo>
                    <a:pt x="118879" y="397415"/>
                    <a:pt x="133667" y="391289"/>
                    <a:pt x="142316" y="399939"/>
                  </a:cubicBezTo>
                  <a:lnTo>
                    <a:pt x="191414" y="449036"/>
                  </a:lnTo>
                  <a:cubicBezTo>
                    <a:pt x="200063" y="457685"/>
                    <a:pt x="193937" y="472474"/>
                    <a:pt x="181706" y="472474"/>
                  </a:cubicBezTo>
                  <a:lnTo>
                    <a:pt x="85406" y="472474"/>
                  </a:lnTo>
                </a:path>
              </a:pathLst>
            </a:custGeom>
            <a:solidFill>
              <a:srgbClr val="999999">
                <a:alpha val="30000"/>
              </a:srgbClr>
            </a:solidFill>
          </p:spPr>
        </p:sp>
        <p:sp>
          <p:nvSpPr>
            <p:cNvPr id="166" name="shape166"/>
            <p:cNvSpPr/>
            <p:nvPr/>
          </p:nvSpPr>
          <p:spPr>
            <a:xfrm>
              <a:off x="5263974" y="3569843"/>
              <a:ext cx="2760000" cy="2760000"/>
            </a:xfrm>
            <a:custGeom>
              <a:avLst/>
              <a:gdLst/>
              <a:ahLst/>
              <a:cxnLst/>
              <a:rect l="0" t="0" r="0" b="0"/>
              <a:pathLst>
                <a:path w="2760000" h="2760000">
                  <a:moveTo>
                    <a:pt x="174745" y="308150"/>
                  </a:moveTo>
                  <a:cubicBezTo>
                    <a:pt x="179624" y="318332"/>
                    <a:pt x="182488" y="330530"/>
                    <a:pt x="182488" y="340076"/>
                  </a:cubicBezTo>
                  <a:cubicBezTo>
                    <a:pt x="185140" y="340500"/>
                    <a:pt x="190284" y="342250"/>
                    <a:pt x="192405" y="343205"/>
                  </a:cubicBezTo>
                  <a:cubicBezTo>
                    <a:pt x="192299" y="340659"/>
                    <a:pt x="192034" y="337954"/>
                    <a:pt x="191716" y="335197"/>
                  </a:cubicBezTo>
                  <a:lnTo>
                    <a:pt x="218975" y="362456"/>
                  </a:lnTo>
                  <a:lnTo>
                    <a:pt x="225127" y="356304"/>
                  </a:lnTo>
                  <a:lnTo>
                    <a:pt x="188269" y="319446"/>
                  </a:lnTo>
                  <a:cubicBezTo>
                    <a:pt x="186677" y="314143"/>
                    <a:pt x="184715" y="308892"/>
                    <a:pt x="182488" y="304013"/>
                  </a:cubicBezTo>
                  <a:lnTo>
                    <a:pt x="174745" y="308150"/>
                  </a:lnTo>
                  <a:moveTo>
                    <a:pt x="233400" y="332863"/>
                  </a:moveTo>
                  <a:cubicBezTo>
                    <a:pt x="230377" y="335886"/>
                    <a:pt x="227831" y="336841"/>
                    <a:pt x="225869" y="334879"/>
                  </a:cubicBezTo>
                  <a:cubicBezTo>
                    <a:pt x="223217" y="332227"/>
                    <a:pt x="220778" y="327029"/>
                    <a:pt x="217437" y="279883"/>
                  </a:cubicBezTo>
                  <a:cubicBezTo>
                    <a:pt x="217437" y="279247"/>
                    <a:pt x="217384" y="278557"/>
                    <a:pt x="217225" y="278080"/>
                  </a:cubicBezTo>
                  <a:lnTo>
                    <a:pt x="211126" y="279936"/>
                  </a:lnTo>
                  <a:lnTo>
                    <a:pt x="209906" y="281580"/>
                  </a:lnTo>
                  <a:lnTo>
                    <a:pt x="186412" y="305074"/>
                  </a:lnTo>
                  <a:lnTo>
                    <a:pt x="192352" y="311014"/>
                  </a:lnTo>
                  <a:lnTo>
                    <a:pt x="209747" y="293619"/>
                  </a:lnTo>
                  <a:cubicBezTo>
                    <a:pt x="213565" y="333181"/>
                    <a:pt x="216482" y="338113"/>
                    <a:pt x="220247" y="341879"/>
                  </a:cubicBezTo>
                  <a:cubicBezTo>
                    <a:pt x="225179" y="346811"/>
                    <a:pt x="231809" y="346652"/>
                    <a:pt x="239711" y="338750"/>
                  </a:cubicBezTo>
                  <a:lnTo>
                    <a:pt x="250264" y="328196"/>
                  </a:lnTo>
                  <a:cubicBezTo>
                    <a:pt x="256894" y="321567"/>
                    <a:pt x="256946" y="316847"/>
                    <a:pt x="246128" y="304544"/>
                  </a:cubicBezTo>
                  <a:cubicBezTo>
                    <a:pt x="244112" y="306028"/>
                    <a:pt x="241090" y="307354"/>
                    <a:pt x="238544" y="308097"/>
                  </a:cubicBezTo>
                  <a:cubicBezTo>
                    <a:pt x="246658" y="316847"/>
                    <a:pt x="247241" y="319022"/>
                    <a:pt x="244643" y="321620"/>
                  </a:cubicBezTo>
                  <a:lnTo>
                    <a:pt x="233400" y="332863"/>
                  </a:lnTo>
                  <a:moveTo>
                    <a:pt x="292478" y="274208"/>
                  </a:moveTo>
                  <a:lnTo>
                    <a:pt x="290887" y="267421"/>
                  </a:lnTo>
                  <a:cubicBezTo>
                    <a:pt x="283622" y="270974"/>
                    <a:pt x="272750" y="278027"/>
                    <a:pt x="264848" y="284444"/>
                  </a:cubicBezTo>
                  <a:lnTo>
                    <a:pt x="266068" y="291391"/>
                  </a:lnTo>
                  <a:cubicBezTo>
                    <a:pt x="273864" y="285187"/>
                    <a:pt x="284365" y="278504"/>
                    <a:pt x="291577" y="275110"/>
                  </a:cubicBezTo>
                  <a:lnTo>
                    <a:pt x="266492" y="300195"/>
                  </a:lnTo>
                  <a:lnTo>
                    <a:pt x="250795" y="284497"/>
                  </a:lnTo>
                  <a:cubicBezTo>
                    <a:pt x="252969" y="284869"/>
                    <a:pt x="255727" y="285717"/>
                    <a:pt x="257371" y="286513"/>
                  </a:cubicBezTo>
                  <a:cubicBezTo>
                    <a:pt x="259545" y="282959"/>
                    <a:pt x="261613" y="279088"/>
                    <a:pt x="263363" y="275110"/>
                  </a:cubicBezTo>
                  <a:lnTo>
                    <a:pt x="264106" y="279777"/>
                  </a:lnTo>
                  <a:cubicBezTo>
                    <a:pt x="269515" y="276277"/>
                    <a:pt x="277046" y="272564"/>
                    <a:pt x="281607" y="270868"/>
                  </a:cubicBezTo>
                  <a:lnTo>
                    <a:pt x="280281" y="264451"/>
                  </a:lnTo>
                  <a:cubicBezTo>
                    <a:pt x="275985" y="266095"/>
                    <a:pt x="269462" y="269542"/>
                    <a:pt x="264371" y="272830"/>
                  </a:cubicBezTo>
                  <a:cubicBezTo>
                    <a:pt x="265166" y="270761"/>
                    <a:pt x="265962" y="268693"/>
                    <a:pt x="266599" y="266572"/>
                  </a:cubicBezTo>
                  <a:cubicBezTo>
                    <a:pt x="272803" y="264610"/>
                    <a:pt x="278902" y="261693"/>
                    <a:pt x="284470" y="258034"/>
                  </a:cubicBezTo>
                  <a:cubicBezTo>
                    <a:pt x="283940" y="256337"/>
                    <a:pt x="283410" y="253473"/>
                    <a:pt x="283251" y="251192"/>
                  </a:cubicBezTo>
                  <a:lnTo>
                    <a:pt x="299373" y="267314"/>
                  </a:lnTo>
                  <a:lnTo>
                    <a:pt x="292478" y="274208"/>
                  </a:lnTo>
                  <a:moveTo>
                    <a:pt x="243529" y="254321"/>
                  </a:moveTo>
                  <a:cubicBezTo>
                    <a:pt x="244855" y="260845"/>
                    <a:pt x="244271" y="268852"/>
                    <a:pt x="242416" y="275588"/>
                  </a:cubicBezTo>
                  <a:cubicBezTo>
                    <a:pt x="244430" y="275269"/>
                    <a:pt x="248302" y="275110"/>
                    <a:pt x="250264" y="275163"/>
                  </a:cubicBezTo>
                  <a:cubicBezTo>
                    <a:pt x="250636" y="273413"/>
                    <a:pt x="250954" y="271504"/>
                    <a:pt x="251113" y="269542"/>
                  </a:cubicBezTo>
                  <a:cubicBezTo>
                    <a:pt x="253287" y="269489"/>
                    <a:pt x="255568" y="269224"/>
                    <a:pt x="257954" y="268852"/>
                  </a:cubicBezTo>
                  <a:cubicBezTo>
                    <a:pt x="255779" y="273890"/>
                    <a:pt x="252916" y="278981"/>
                    <a:pt x="249840" y="283543"/>
                  </a:cubicBezTo>
                  <a:lnTo>
                    <a:pt x="232074" y="265777"/>
                  </a:lnTo>
                  <a:lnTo>
                    <a:pt x="243529" y="254321"/>
                  </a:lnTo>
                  <a:moveTo>
                    <a:pt x="262621" y="252624"/>
                  </a:moveTo>
                  <a:cubicBezTo>
                    <a:pt x="262303" y="255382"/>
                    <a:pt x="261772" y="258246"/>
                    <a:pt x="260712" y="261215"/>
                  </a:cubicBezTo>
                  <a:cubicBezTo>
                    <a:pt x="257848" y="262170"/>
                    <a:pt x="255037" y="262648"/>
                    <a:pt x="252439" y="262807"/>
                  </a:cubicBezTo>
                  <a:lnTo>
                    <a:pt x="262621" y="252624"/>
                  </a:lnTo>
                  <a:moveTo>
                    <a:pt x="282455" y="250397"/>
                  </a:moveTo>
                  <a:cubicBezTo>
                    <a:pt x="278107" y="253367"/>
                    <a:pt x="273440" y="256124"/>
                    <a:pt x="268826" y="258193"/>
                  </a:cubicBezTo>
                  <a:cubicBezTo>
                    <a:pt x="269939" y="252094"/>
                    <a:pt x="270205" y="246101"/>
                    <a:pt x="269038" y="240692"/>
                  </a:cubicBezTo>
                  <a:lnTo>
                    <a:pt x="263363" y="242124"/>
                  </a:lnTo>
                  <a:lnTo>
                    <a:pt x="262674" y="243238"/>
                  </a:lnTo>
                  <a:lnTo>
                    <a:pt x="251113" y="254798"/>
                  </a:lnTo>
                  <a:cubicBezTo>
                    <a:pt x="250954" y="253367"/>
                    <a:pt x="250688" y="251935"/>
                    <a:pt x="250423" y="250609"/>
                  </a:cubicBezTo>
                  <a:lnTo>
                    <a:pt x="244325" y="253526"/>
                  </a:lnTo>
                  <a:lnTo>
                    <a:pt x="264955" y="232896"/>
                  </a:lnTo>
                  <a:lnTo>
                    <a:pt x="282455" y="250397"/>
                  </a:lnTo>
                  <a:moveTo>
                    <a:pt x="220354" y="266147"/>
                  </a:moveTo>
                  <a:lnTo>
                    <a:pt x="267924" y="313718"/>
                  </a:lnTo>
                  <a:lnTo>
                    <a:pt x="273970" y="307673"/>
                  </a:lnTo>
                  <a:lnTo>
                    <a:pt x="272061" y="305764"/>
                  </a:lnTo>
                  <a:lnTo>
                    <a:pt x="304941" y="272883"/>
                  </a:lnTo>
                  <a:lnTo>
                    <a:pt x="306850" y="274792"/>
                  </a:lnTo>
                  <a:lnTo>
                    <a:pt x="313214" y="268428"/>
                  </a:lnTo>
                  <a:lnTo>
                    <a:pt x="265644" y="220858"/>
                  </a:lnTo>
                  <a:lnTo>
                    <a:pt x="220354" y="266147"/>
                  </a:lnTo>
                  <a:moveTo>
                    <a:pt x="303244" y="231941"/>
                  </a:moveTo>
                  <a:cubicBezTo>
                    <a:pt x="301494" y="230085"/>
                    <a:pt x="299797" y="228388"/>
                    <a:pt x="298312" y="226903"/>
                  </a:cubicBezTo>
                  <a:lnTo>
                    <a:pt x="296350" y="224941"/>
                  </a:lnTo>
                  <a:lnTo>
                    <a:pt x="300539" y="220751"/>
                  </a:lnTo>
                  <a:lnTo>
                    <a:pt x="307487" y="227699"/>
                  </a:lnTo>
                  <a:lnTo>
                    <a:pt x="303244" y="231941"/>
                  </a:lnTo>
                  <a:moveTo>
                    <a:pt x="287864" y="208076"/>
                  </a:moveTo>
                  <a:lnTo>
                    <a:pt x="295448" y="215660"/>
                  </a:lnTo>
                  <a:lnTo>
                    <a:pt x="291259" y="219850"/>
                  </a:lnTo>
                  <a:lnTo>
                    <a:pt x="283675" y="212266"/>
                  </a:lnTo>
                  <a:lnTo>
                    <a:pt x="287864" y="208076"/>
                  </a:lnTo>
                  <a:moveTo>
                    <a:pt x="288236" y="197947"/>
                  </a:moveTo>
                  <a:lnTo>
                    <a:pt x="273334" y="212849"/>
                  </a:lnTo>
                  <a:lnTo>
                    <a:pt x="292903" y="232418"/>
                  </a:lnTo>
                  <a:cubicBezTo>
                    <a:pt x="300380" y="239896"/>
                    <a:pt x="310403" y="250344"/>
                    <a:pt x="314699" y="260155"/>
                  </a:cubicBezTo>
                  <a:cubicBezTo>
                    <a:pt x="316396" y="259519"/>
                    <a:pt x="320798" y="259041"/>
                    <a:pt x="322760" y="259201"/>
                  </a:cubicBezTo>
                  <a:cubicBezTo>
                    <a:pt x="319949" y="252147"/>
                    <a:pt x="314116" y="244298"/>
                    <a:pt x="308229" y="237457"/>
                  </a:cubicBezTo>
                  <a:lnTo>
                    <a:pt x="312737" y="232949"/>
                  </a:lnTo>
                  <a:lnTo>
                    <a:pt x="323980" y="244192"/>
                  </a:lnTo>
                  <a:cubicBezTo>
                    <a:pt x="324616" y="244828"/>
                    <a:pt x="324616" y="245147"/>
                    <a:pt x="324086" y="245783"/>
                  </a:cubicBezTo>
                  <a:cubicBezTo>
                    <a:pt x="323503" y="246367"/>
                    <a:pt x="321965" y="247904"/>
                    <a:pt x="320268" y="249389"/>
                  </a:cubicBezTo>
                  <a:cubicBezTo>
                    <a:pt x="322442" y="250185"/>
                    <a:pt x="325677" y="251935"/>
                    <a:pt x="327321" y="253261"/>
                  </a:cubicBezTo>
                  <a:cubicBezTo>
                    <a:pt x="330132" y="250450"/>
                    <a:pt x="331988" y="248381"/>
                    <a:pt x="332465" y="245889"/>
                  </a:cubicBezTo>
                  <a:cubicBezTo>
                    <a:pt x="333049" y="243503"/>
                    <a:pt x="331829" y="241540"/>
                    <a:pt x="329284" y="238995"/>
                  </a:cubicBezTo>
                  <a:lnTo>
                    <a:pt x="288236" y="197947"/>
                  </a:lnTo>
                  <a:moveTo>
                    <a:pt x="336019" y="229396"/>
                  </a:moveTo>
                  <a:lnTo>
                    <a:pt x="331193" y="224570"/>
                  </a:lnTo>
                  <a:cubicBezTo>
                    <a:pt x="333420" y="224570"/>
                    <a:pt x="336178" y="224676"/>
                    <a:pt x="337556" y="224994"/>
                  </a:cubicBezTo>
                  <a:cubicBezTo>
                    <a:pt x="337504" y="220804"/>
                    <a:pt x="336761" y="216244"/>
                    <a:pt x="335541" y="211630"/>
                  </a:cubicBezTo>
                  <a:cubicBezTo>
                    <a:pt x="339413" y="212319"/>
                    <a:pt x="342966" y="213115"/>
                    <a:pt x="345617" y="214069"/>
                  </a:cubicBezTo>
                  <a:lnTo>
                    <a:pt x="346360" y="207175"/>
                  </a:lnTo>
                  <a:lnTo>
                    <a:pt x="352300" y="213115"/>
                  </a:lnTo>
                  <a:lnTo>
                    <a:pt x="336019" y="229396"/>
                  </a:lnTo>
                  <a:moveTo>
                    <a:pt x="315707" y="209084"/>
                  </a:moveTo>
                  <a:cubicBezTo>
                    <a:pt x="319472" y="209350"/>
                    <a:pt x="323503" y="209774"/>
                    <a:pt x="327427" y="210304"/>
                  </a:cubicBezTo>
                  <a:cubicBezTo>
                    <a:pt x="328700" y="214652"/>
                    <a:pt x="329495" y="218948"/>
                    <a:pt x="329549" y="222926"/>
                  </a:cubicBezTo>
                  <a:lnTo>
                    <a:pt x="315707" y="209084"/>
                  </a:lnTo>
                  <a:moveTo>
                    <a:pt x="344716" y="205531"/>
                  </a:moveTo>
                  <a:cubicBezTo>
                    <a:pt x="341428" y="204682"/>
                    <a:pt x="337345" y="203993"/>
                    <a:pt x="332996" y="203462"/>
                  </a:cubicBezTo>
                  <a:cubicBezTo>
                    <a:pt x="330928" y="197894"/>
                    <a:pt x="328223" y="192326"/>
                    <a:pt x="325200" y="186970"/>
                  </a:cubicBezTo>
                  <a:lnTo>
                    <a:pt x="318783" y="190947"/>
                  </a:lnTo>
                  <a:cubicBezTo>
                    <a:pt x="321063" y="194712"/>
                    <a:pt x="323026" y="198584"/>
                    <a:pt x="324722" y="202508"/>
                  </a:cubicBezTo>
                  <a:cubicBezTo>
                    <a:pt x="321382" y="202243"/>
                    <a:pt x="318146" y="202084"/>
                    <a:pt x="315176" y="201978"/>
                  </a:cubicBezTo>
                  <a:lnTo>
                    <a:pt x="314381" y="207758"/>
                  </a:lnTo>
                  <a:lnTo>
                    <a:pt x="311040" y="204417"/>
                  </a:lnTo>
                  <a:lnTo>
                    <a:pt x="305206" y="210251"/>
                  </a:lnTo>
                  <a:lnTo>
                    <a:pt x="336019" y="241063"/>
                  </a:lnTo>
                  <a:lnTo>
                    <a:pt x="358133" y="218948"/>
                  </a:lnTo>
                  <a:lnTo>
                    <a:pt x="360308" y="221123"/>
                  </a:lnTo>
                  <a:lnTo>
                    <a:pt x="366088" y="215342"/>
                  </a:lnTo>
                  <a:lnTo>
                    <a:pt x="333049" y="182302"/>
                  </a:lnTo>
                  <a:lnTo>
                    <a:pt x="327268" y="188083"/>
                  </a:lnTo>
                  <a:lnTo>
                    <a:pt x="344716" y="205531"/>
                  </a:lnTo>
                  <a:moveTo>
                    <a:pt x="313904" y="183204"/>
                  </a:moveTo>
                  <a:cubicBezTo>
                    <a:pt x="310828" y="182038"/>
                    <a:pt x="305949" y="180764"/>
                    <a:pt x="302290" y="179863"/>
                  </a:cubicBezTo>
                  <a:lnTo>
                    <a:pt x="298577" y="187394"/>
                  </a:lnTo>
                  <a:cubicBezTo>
                    <a:pt x="301176" y="188189"/>
                    <a:pt x="304305" y="189091"/>
                    <a:pt x="307010" y="190099"/>
                  </a:cubicBezTo>
                  <a:lnTo>
                    <a:pt x="295024" y="202084"/>
                  </a:lnTo>
                  <a:lnTo>
                    <a:pt x="300911" y="207970"/>
                  </a:lnTo>
                  <a:lnTo>
                    <a:pt x="331087" y="177794"/>
                  </a:lnTo>
                  <a:lnTo>
                    <a:pt x="325200" y="171908"/>
                  </a:lnTo>
                  <a:lnTo>
                    <a:pt x="313904" y="183204"/>
                  </a:lnTo>
                  <a:moveTo>
                    <a:pt x="398545" y="168143"/>
                  </a:moveTo>
                  <a:lnTo>
                    <a:pt x="396953" y="161354"/>
                  </a:lnTo>
                  <a:cubicBezTo>
                    <a:pt x="389688" y="164908"/>
                    <a:pt x="378816" y="171961"/>
                    <a:pt x="370914" y="178378"/>
                  </a:cubicBezTo>
                  <a:lnTo>
                    <a:pt x="372134" y="185326"/>
                  </a:lnTo>
                  <a:cubicBezTo>
                    <a:pt x="379930" y="179120"/>
                    <a:pt x="390430" y="172438"/>
                    <a:pt x="397643" y="169044"/>
                  </a:cubicBezTo>
                  <a:lnTo>
                    <a:pt x="372559" y="194129"/>
                  </a:lnTo>
                  <a:lnTo>
                    <a:pt x="356861" y="178431"/>
                  </a:lnTo>
                  <a:cubicBezTo>
                    <a:pt x="359035" y="178802"/>
                    <a:pt x="361793" y="179651"/>
                    <a:pt x="363437" y="180446"/>
                  </a:cubicBezTo>
                  <a:cubicBezTo>
                    <a:pt x="365611" y="176893"/>
                    <a:pt x="367679" y="173022"/>
                    <a:pt x="369430" y="169044"/>
                  </a:cubicBezTo>
                  <a:lnTo>
                    <a:pt x="370172" y="173711"/>
                  </a:lnTo>
                  <a:cubicBezTo>
                    <a:pt x="375581" y="170211"/>
                    <a:pt x="383112" y="166499"/>
                    <a:pt x="387673" y="164801"/>
                  </a:cubicBezTo>
                  <a:lnTo>
                    <a:pt x="386347" y="158384"/>
                  </a:lnTo>
                  <a:cubicBezTo>
                    <a:pt x="382051" y="160028"/>
                    <a:pt x="375528" y="163476"/>
                    <a:pt x="370437" y="166764"/>
                  </a:cubicBezTo>
                  <a:cubicBezTo>
                    <a:pt x="371233" y="164696"/>
                    <a:pt x="372028" y="162627"/>
                    <a:pt x="372664" y="160506"/>
                  </a:cubicBezTo>
                  <a:cubicBezTo>
                    <a:pt x="378869" y="158543"/>
                    <a:pt x="384968" y="155627"/>
                    <a:pt x="390536" y="151967"/>
                  </a:cubicBezTo>
                  <a:cubicBezTo>
                    <a:pt x="390006" y="150271"/>
                    <a:pt x="389476" y="147407"/>
                    <a:pt x="389317" y="145126"/>
                  </a:cubicBezTo>
                  <a:lnTo>
                    <a:pt x="405439" y="161248"/>
                  </a:lnTo>
                  <a:lnTo>
                    <a:pt x="398545" y="168143"/>
                  </a:lnTo>
                  <a:moveTo>
                    <a:pt x="349595" y="148255"/>
                  </a:moveTo>
                  <a:cubicBezTo>
                    <a:pt x="350921" y="154778"/>
                    <a:pt x="350338" y="162787"/>
                    <a:pt x="348481" y="169522"/>
                  </a:cubicBezTo>
                  <a:cubicBezTo>
                    <a:pt x="350497" y="169204"/>
                    <a:pt x="354368" y="169044"/>
                    <a:pt x="356330" y="169097"/>
                  </a:cubicBezTo>
                  <a:cubicBezTo>
                    <a:pt x="356701" y="167347"/>
                    <a:pt x="357020" y="165438"/>
                    <a:pt x="357179" y="163476"/>
                  </a:cubicBezTo>
                  <a:cubicBezTo>
                    <a:pt x="359353" y="163423"/>
                    <a:pt x="361634" y="163157"/>
                    <a:pt x="364020" y="162787"/>
                  </a:cubicBezTo>
                  <a:cubicBezTo>
                    <a:pt x="361846" y="167824"/>
                    <a:pt x="358982" y="172916"/>
                    <a:pt x="355906" y="177476"/>
                  </a:cubicBezTo>
                  <a:lnTo>
                    <a:pt x="338140" y="159710"/>
                  </a:lnTo>
                  <a:lnTo>
                    <a:pt x="349595" y="148255"/>
                  </a:lnTo>
                  <a:moveTo>
                    <a:pt x="368687" y="146558"/>
                  </a:moveTo>
                  <a:cubicBezTo>
                    <a:pt x="368369" y="149316"/>
                    <a:pt x="367838" y="152180"/>
                    <a:pt x="366778" y="155150"/>
                  </a:cubicBezTo>
                  <a:cubicBezTo>
                    <a:pt x="363914" y="156104"/>
                    <a:pt x="361103" y="156581"/>
                    <a:pt x="358505" y="156740"/>
                  </a:cubicBezTo>
                  <a:lnTo>
                    <a:pt x="368687" y="146558"/>
                  </a:lnTo>
                  <a:moveTo>
                    <a:pt x="388521" y="144331"/>
                  </a:moveTo>
                  <a:cubicBezTo>
                    <a:pt x="384173" y="147301"/>
                    <a:pt x="379505" y="150058"/>
                    <a:pt x="374892" y="152126"/>
                  </a:cubicBezTo>
                  <a:cubicBezTo>
                    <a:pt x="376006" y="146028"/>
                    <a:pt x="376271" y="140035"/>
                    <a:pt x="375104" y="134626"/>
                  </a:cubicBezTo>
                  <a:lnTo>
                    <a:pt x="369430" y="136058"/>
                  </a:lnTo>
                  <a:lnTo>
                    <a:pt x="368740" y="137171"/>
                  </a:lnTo>
                  <a:lnTo>
                    <a:pt x="357179" y="148733"/>
                  </a:lnTo>
                  <a:cubicBezTo>
                    <a:pt x="357020" y="147301"/>
                    <a:pt x="356755" y="145869"/>
                    <a:pt x="356489" y="144543"/>
                  </a:cubicBezTo>
                  <a:lnTo>
                    <a:pt x="350390" y="147460"/>
                  </a:lnTo>
                  <a:lnTo>
                    <a:pt x="371020" y="126830"/>
                  </a:lnTo>
                  <a:lnTo>
                    <a:pt x="388521" y="144331"/>
                  </a:lnTo>
                  <a:moveTo>
                    <a:pt x="326420" y="160082"/>
                  </a:moveTo>
                  <a:lnTo>
                    <a:pt x="373990" y="207652"/>
                  </a:lnTo>
                  <a:lnTo>
                    <a:pt x="380036" y="201607"/>
                  </a:lnTo>
                  <a:lnTo>
                    <a:pt x="378127" y="199697"/>
                  </a:lnTo>
                  <a:lnTo>
                    <a:pt x="411007" y="166817"/>
                  </a:lnTo>
                  <a:lnTo>
                    <a:pt x="412916" y="168726"/>
                  </a:lnTo>
                  <a:lnTo>
                    <a:pt x="419281" y="162362"/>
                  </a:lnTo>
                  <a:lnTo>
                    <a:pt x="371710" y="114791"/>
                  </a:lnTo>
                  <a:lnTo>
                    <a:pt x="326420" y="160082"/>
                  </a:lnTo>
                  <a:moveTo>
                    <a:pt x="274765" y="424822"/>
                  </a:moveTo>
                  <a:lnTo>
                    <a:pt x="281819" y="417769"/>
                  </a:lnTo>
                  <a:lnTo>
                    <a:pt x="265432" y="401382"/>
                  </a:lnTo>
                  <a:cubicBezTo>
                    <a:pt x="261719" y="397670"/>
                    <a:pt x="255620" y="392843"/>
                    <a:pt x="251537" y="389503"/>
                  </a:cubicBezTo>
                  <a:lnTo>
                    <a:pt x="251749" y="389290"/>
                  </a:lnTo>
                  <a:lnTo>
                    <a:pt x="264106" y="395389"/>
                  </a:lnTo>
                  <a:lnTo>
                    <a:pt x="286698" y="405784"/>
                  </a:lnTo>
                  <a:lnTo>
                    <a:pt x="291206" y="401276"/>
                  </a:lnTo>
                  <a:lnTo>
                    <a:pt x="280758" y="378737"/>
                  </a:lnTo>
                  <a:lnTo>
                    <a:pt x="274712" y="366327"/>
                  </a:lnTo>
                  <a:lnTo>
                    <a:pt x="274978" y="366062"/>
                  </a:lnTo>
                  <a:cubicBezTo>
                    <a:pt x="278266" y="370198"/>
                    <a:pt x="283145" y="376244"/>
                    <a:pt x="286857" y="379957"/>
                  </a:cubicBezTo>
                  <a:lnTo>
                    <a:pt x="303244" y="396344"/>
                  </a:lnTo>
                  <a:lnTo>
                    <a:pt x="310403" y="389184"/>
                  </a:lnTo>
                  <a:lnTo>
                    <a:pt x="271106" y="349887"/>
                  </a:lnTo>
                  <a:lnTo>
                    <a:pt x="262409" y="358584"/>
                  </a:lnTo>
                  <a:lnTo>
                    <a:pt x="274288" y="383510"/>
                  </a:lnTo>
                  <a:cubicBezTo>
                    <a:pt x="275879" y="386798"/>
                    <a:pt x="277789" y="390086"/>
                    <a:pt x="279433" y="393427"/>
                  </a:cubicBezTo>
                  <a:lnTo>
                    <a:pt x="279167" y="393692"/>
                  </a:lnTo>
                  <a:cubicBezTo>
                    <a:pt x="275879" y="391995"/>
                    <a:pt x="272538" y="390139"/>
                    <a:pt x="269250" y="388548"/>
                  </a:cubicBezTo>
                  <a:lnTo>
                    <a:pt x="244165" y="376828"/>
                  </a:lnTo>
                  <a:lnTo>
                    <a:pt x="235468" y="385525"/>
                  </a:lnTo>
                  <a:lnTo>
                    <a:pt x="274765" y="424822"/>
                  </a:lnTo>
                  <a:moveTo>
                    <a:pt x="319394" y="380194"/>
                  </a:moveTo>
                  <a:lnTo>
                    <a:pt x="327190" y="372398"/>
                  </a:lnTo>
                  <a:lnTo>
                    <a:pt x="297491" y="342700"/>
                  </a:lnTo>
                  <a:lnTo>
                    <a:pt x="289695" y="350496"/>
                  </a:lnTo>
                  <a:lnTo>
                    <a:pt x="319394" y="380194"/>
                  </a:lnTo>
                  <a:moveTo>
                    <a:pt x="288847" y="341798"/>
                  </a:moveTo>
                  <a:cubicBezTo>
                    <a:pt x="291498" y="339147"/>
                    <a:pt x="291657" y="335594"/>
                    <a:pt x="289058" y="332995"/>
                  </a:cubicBezTo>
                  <a:cubicBezTo>
                    <a:pt x="286513" y="330449"/>
                    <a:pt x="282960" y="330608"/>
                    <a:pt x="280308" y="333260"/>
                  </a:cubicBezTo>
                  <a:cubicBezTo>
                    <a:pt x="277604" y="335965"/>
                    <a:pt x="277444" y="339518"/>
                    <a:pt x="279990" y="342064"/>
                  </a:cubicBezTo>
                  <a:cubicBezTo>
                    <a:pt x="282589" y="344662"/>
                    <a:pt x="286142" y="344503"/>
                    <a:pt x="288847" y="341798"/>
                  </a:cubicBezTo>
                  <a:moveTo>
                    <a:pt x="335500" y="364088"/>
                  </a:moveTo>
                  <a:lnTo>
                    <a:pt x="343296" y="356292"/>
                  </a:lnTo>
                  <a:lnTo>
                    <a:pt x="322879" y="335874"/>
                  </a:lnTo>
                  <a:cubicBezTo>
                    <a:pt x="322879" y="331525"/>
                    <a:pt x="323249" y="328820"/>
                    <a:pt x="325689" y="326381"/>
                  </a:cubicBezTo>
                  <a:cubicBezTo>
                    <a:pt x="328606" y="323464"/>
                    <a:pt x="331470" y="323783"/>
                    <a:pt x="336083" y="328396"/>
                  </a:cubicBezTo>
                  <a:lnTo>
                    <a:pt x="353638" y="345950"/>
                  </a:lnTo>
                  <a:lnTo>
                    <a:pt x="361433" y="338155"/>
                  </a:lnTo>
                  <a:lnTo>
                    <a:pt x="342925" y="319646"/>
                  </a:lnTo>
                  <a:cubicBezTo>
                    <a:pt x="335447" y="312169"/>
                    <a:pt x="328235" y="310471"/>
                    <a:pt x="321818" y="316888"/>
                  </a:cubicBezTo>
                  <a:cubicBezTo>
                    <a:pt x="317787" y="320919"/>
                    <a:pt x="316886" y="326063"/>
                    <a:pt x="316832" y="331207"/>
                  </a:cubicBezTo>
                  <a:lnTo>
                    <a:pt x="316673" y="331366"/>
                  </a:lnTo>
                  <a:lnTo>
                    <a:pt x="312166" y="328025"/>
                  </a:lnTo>
                  <a:lnTo>
                    <a:pt x="305802" y="334389"/>
                  </a:lnTo>
                  <a:lnTo>
                    <a:pt x="335500" y="364088"/>
                  </a:lnTo>
                  <a:moveTo>
                    <a:pt x="380665" y="320408"/>
                  </a:moveTo>
                  <a:cubicBezTo>
                    <a:pt x="383740" y="317332"/>
                    <a:pt x="385013" y="312665"/>
                    <a:pt x="385066" y="308370"/>
                  </a:cubicBezTo>
                  <a:lnTo>
                    <a:pt x="385279" y="308158"/>
                  </a:lnTo>
                  <a:lnTo>
                    <a:pt x="388937" y="310650"/>
                  </a:lnTo>
                  <a:lnTo>
                    <a:pt x="395249" y="304339"/>
                  </a:lnTo>
                  <a:lnTo>
                    <a:pt x="352928" y="262019"/>
                  </a:lnTo>
                  <a:lnTo>
                    <a:pt x="345185" y="269762"/>
                  </a:lnTo>
                  <a:lnTo>
                    <a:pt x="355633" y="280209"/>
                  </a:lnTo>
                  <a:lnTo>
                    <a:pt x="360565" y="284611"/>
                  </a:lnTo>
                  <a:cubicBezTo>
                    <a:pt x="356482" y="284770"/>
                    <a:pt x="353140" y="285566"/>
                    <a:pt x="349799" y="288907"/>
                  </a:cubicBezTo>
                  <a:cubicBezTo>
                    <a:pt x="343382" y="295324"/>
                    <a:pt x="343276" y="307309"/>
                    <a:pt x="352928" y="316961"/>
                  </a:cubicBezTo>
                  <a:cubicBezTo>
                    <a:pt x="362686" y="326719"/>
                    <a:pt x="373293" y="327780"/>
                    <a:pt x="380665" y="320408"/>
                  </a:cubicBezTo>
                  <a:moveTo>
                    <a:pt x="376263" y="311976"/>
                  </a:moveTo>
                  <a:cubicBezTo>
                    <a:pt x="372338" y="315901"/>
                    <a:pt x="367035" y="315052"/>
                    <a:pt x="360883" y="308900"/>
                  </a:cubicBezTo>
                  <a:cubicBezTo>
                    <a:pt x="354943" y="302960"/>
                    <a:pt x="354572" y="296968"/>
                    <a:pt x="357913" y="293627"/>
                  </a:cubicBezTo>
                  <a:cubicBezTo>
                    <a:pt x="359770" y="291770"/>
                    <a:pt x="362262" y="290444"/>
                    <a:pt x="365709" y="290285"/>
                  </a:cubicBezTo>
                  <a:lnTo>
                    <a:pt x="378755" y="303332"/>
                  </a:lnTo>
                  <a:cubicBezTo>
                    <a:pt x="379232" y="307309"/>
                    <a:pt x="378331" y="309908"/>
                    <a:pt x="376263" y="311976"/>
                  </a:cubicBezTo>
                  <a:moveTo>
                    <a:pt x="404240" y="295348"/>
                  </a:moveTo>
                  <a:lnTo>
                    <a:pt x="411294" y="288294"/>
                  </a:lnTo>
                  <a:lnTo>
                    <a:pt x="394907" y="271907"/>
                  </a:lnTo>
                  <a:cubicBezTo>
                    <a:pt x="391195" y="268195"/>
                    <a:pt x="385096" y="263368"/>
                    <a:pt x="381012" y="260027"/>
                  </a:cubicBezTo>
                  <a:lnTo>
                    <a:pt x="381224" y="259815"/>
                  </a:lnTo>
                  <a:lnTo>
                    <a:pt x="393581" y="265914"/>
                  </a:lnTo>
                  <a:lnTo>
                    <a:pt x="416173" y="276308"/>
                  </a:lnTo>
                  <a:lnTo>
                    <a:pt x="420681" y="271801"/>
                  </a:lnTo>
                  <a:lnTo>
                    <a:pt x="410233" y="249262"/>
                  </a:lnTo>
                  <a:lnTo>
                    <a:pt x="404188" y="236852"/>
                  </a:lnTo>
                  <a:lnTo>
                    <a:pt x="404453" y="236587"/>
                  </a:lnTo>
                  <a:cubicBezTo>
                    <a:pt x="407741" y="240724"/>
                    <a:pt x="412620" y="246769"/>
                    <a:pt x="416332" y="250481"/>
                  </a:cubicBezTo>
                  <a:lnTo>
                    <a:pt x="432719" y="266869"/>
                  </a:lnTo>
                  <a:lnTo>
                    <a:pt x="439879" y="259709"/>
                  </a:lnTo>
                  <a:lnTo>
                    <a:pt x="400581" y="220412"/>
                  </a:lnTo>
                  <a:lnTo>
                    <a:pt x="391884" y="229109"/>
                  </a:lnTo>
                  <a:lnTo>
                    <a:pt x="403763" y="254035"/>
                  </a:lnTo>
                  <a:cubicBezTo>
                    <a:pt x="405354" y="257323"/>
                    <a:pt x="407263" y="260611"/>
                    <a:pt x="408907" y="263952"/>
                  </a:cubicBezTo>
                  <a:lnTo>
                    <a:pt x="408643" y="264217"/>
                  </a:lnTo>
                  <a:cubicBezTo>
                    <a:pt x="405354" y="262520"/>
                    <a:pt x="402013" y="260664"/>
                    <a:pt x="398725" y="259073"/>
                  </a:cubicBezTo>
                  <a:lnTo>
                    <a:pt x="373640" y="247352"/>
                  </a:lnTo>
                  <a:lnTo>
                    <a:pt x="364943" y="256050"/>
                  </a:lnTo>
                  <a:lnTo>
                    <a:pt x="404240" y="295348"/>
                  </a:lnTo>
                  <a:moveTo>
                    <a:pt x="456929" y="244143"/>
                  </a:moveTo>
                  <a:cubicBezTo>
                    <a:pt x="460324" y="240749"/>
                    <a:pt x="461597" y="236082"/>
                    <a:pt x="461968" y="231256"/>
                  </a:cubicBezTo>
                  <a:lnTo>
                    <a:pt x="462180" y="231044"/>
                  </a:lnTo>
                  <a:lnTo>
                    <a:pt x="465892" y="233696"/>
                  </a:lnTo>
                  <a:lnTo>
                    <a:pt x="472256" y="227332"/>
                  </a:lnTo>
                  <a:lnTo>
                    <a:pt x="454915" y="209990"/>
                  </a:lnTo>
                  <a:cubicBezTo>
                    <a:pt x="446323" y="201398"/>
                    <a:pt x="437944" y="200762"/>
                    <a:pt x="430413" y="208293"/>
                  </a:cubicBezTo>
                  <a:cubicBezTo>
                    <a:pt x="425746" y="212960"/>
                    <a:pt x="423254" y="218953"/>
                    <a:pt x="421928" y="224627"/>
                  </a:cubicBezTo>
                  <a:lnTo>
                    <a:pt x="429883" y="226960"/>
                  </a:lnTo>
                  <a:cubicBezTo>
                    <a:pt x="431050" y="222612"/>
                    <a:pt x="432481" y="218740"/>
                    <a:pt x="435239" y="215983"/>
                  </a:cubicBezTo>
                  <a:cubicBezTo>
                    <a:pt x="438898" y="212323"/>
                    <a:pt x="442399" y="213278"/>
                    <a:pt x="445475" y="216035"/>
                  </a:cubicBezTo>
                  <a:cubicBezTo>
                    <a:pt x="434762" y="229294"/>
                    <a:pt x="432959" y="237779"/>
                    <a:pt x="439323" y="244143"/>
                  </a:cubicBezTo>
                  <a:cubicBezTo>
                    <a:pt x="444361" y="249181"/>
                    <a:pt x="451627" y="249446"/>
                    <a:pt x="456929" y="244143"/>
                  </a:cubicBezTo>
                  <a:moveTo>
                    <a:pt x="453376" y="235499"/>
                  </a:moveTo>
                  <a:cubicBezTo>
                    <a:pt x="451096" y="237779"/>
                    <a:pt x="448444" y="238415"/>
                    <a:pt x="446111" y="236082"/>
                  </a:cubicBezTo>
                  <a:cubicBezTo>
                    <a:pt x="443459" y="233431"/>
                    <a:pt x="443884" y="228976"/>
                    <a:pt x="450248" y="220808"/>
                  </a:cubicBezTo>
                  <a:lnTo>
                    <a:pt x="456240" y="226801"/>
                  </a:lnTo>
                  <a:cubicBezTo>
                    <a:pt x="456187" y="230567"/>
                    <a:pt x="455604" y="233272"/>
                    <a:pt x="453376" y="235499"/>
                  </a:cubicBezTo>
                  <a:moveTo>
                    <a:pt x="489430" y="211643"/>
                  </a:moveTo>
                  <a:cubicBezTo>
                    <a:pt x="497172" y="203900"/>
                    <a:pt x="497066" y="195628"/>
                    <a:pt x="491869" y="190430"/>
                  </a:cubicBezTo>
                  <a:cubicBezTo>
                    <a:pt x="486353" y="184915"/>
                    <a:pt x="480043" y="187301"/>
                    <a:pt x="474633" y="189741"/>
                  </a:cubicBezTo>
                  <a:cubicBezTo>
                    <a:pt x="470338" y="191703"/>
                    <a:pt x="466784" y="193665"/>
                    <a:pt x="464610" y="191491"/>
                  </a:cubicBezTo>
                  <a:cubicBezTo>
                    <a:pt x="462913" y="189794"/>
                    <a:pt x="463019" y="187354"/>
                    <a:pt x="465724" y="184649"/>
                  </a:cubicBezTo>
                  <a:cubicBezTo>
                    <a:pt x="467898" y="182475"/>
                    <a:pt x="470974" y="181415"/>
                    <a:pt x="474633" y="180831"/>
                  </a:cubicBezTo>
                  <a:lnTo>
                    <a:pt x="473413" y="172611"/>
                  </a:lnTo>
                  <a:cubicBezTo>
                    <a:pt x="469118" y="173194"/>
                    <a:pt x="463973" y="174733"/>
                    <a:pt x="459678" y="179028"/>
                  </a:cubicBezTo>
                  <a:cubicBezTo>
                    <a:pt x="452890" y="185816"/>
                    <a:pt x="452359" y="193877"/>
                    <a:pt x="457663" y="199181"/>
                  </a:cubicBezTo>
                  <a:cubicBezTo>
                    <a:pt x="462648" y="204166"/>
                    <a:pt x="469118" y="202256"/>
                    <a:pt x="474315" y="199923"/>
                  </a:cubicBezTo>
                  <a:cubicBezTo>
                    <a:pt x="478664" y="198014"/>
                    <a:pt x="482747" y="195946"/>
                    <a:pt x="484975" y="198173"/>
                  </a:cubicBezTo>
                  <a:cubicBezTo>
                    <a:pt x="486831" y="200029"/>
                    <a:pt x="486778" y="202628"/>
                    <a:pt x="483808" y="205598"/>
                  </a:cubicBezTo>
                  <a:cubicBezTo>
                    <a:pt x="481050" y="208355"/>
                    <a:pt x="477338" y="209734"/>
                    <a:pt x="472618" y="210317"/>
                  </a:cubicBezTo>
                  <a:lnTo>
                    <a:pt x="473944" y="218750"/>
                  </a:lnTo>
                  <a:cubicBezTo>
                    <a:pt x="479353" y="218219"/>
                    <a:pt x="485452" y="215621"/>
                    <a:pt x="489430" y="211643"/>
                  </a:cubicBezTo>
                  <a:moveTo>
                    <a:pt x="516830" y="184243"/>
                  </a:moveTo>
                  <a:cubicBezTo>
                    <a:pt x="519429" y="181644"/>
                    <a:pt x="520914" y="178992"/>
                    <a:pt x="521975" y="176871"/>
                  </a:cubicBezTo>
                  <a:lnTo>
                    <a:pt x="515027" y="172469"/>
                  </a:lnTo>
                  <a:cubicBezTo>
                    <a:pt x="514550" y="173582"/>
                    <a:pt x="513701" y="175067"/>
                    <a:pt x="512747" y="176022"/>
                  </a:cubicBezTo>
                  <a:cubicBezTo>
                    <a:pt x="510095" y="178674"/>
                    <a:pt x="507125" y="178462"/>
                    <a:pt x="503731" y="175067"/>
                  </a:cubicBezTo>
                  <a:lnTo>
                    <a:pt x="490579" y="161915"/>
                  </a:lnTo>
                  <a:lnTo>
                    <a:pt x="497897" y="154597"/>
                  </a:lnTo>
                  <a:lnTo>
                    <a:pt x="491746" y="148445"/>
                  </a:lnTo>
                  <a:lnTo>
                    <a:pt x="484427" y="155764"/>
                  </a:lnTo>
                  <a:lnTo>
                    <a:pt x="476419" y="147755"/>
                  </a:lnTo>
                  <a:lnTo>
                    <a:pt x="469949" y="154226"/>
                  </a:lnTo>
                  <a:lnTo>
                    <a:pt x="477056" y="163135"/>
                  </a:lnTo>
                  <a:lnTo>
                    <a:pt x="472813" y="168120"/>
                  </a:lnTo>
                  <a:lnTo>
                    <a:pt x="478594" y="173901"/>
                  </a:lnTo>
                  <a:lnTo>
                    <a:pt x="482783" y="169711"/>
                  </a:lnTo>
                  <a:lnTo>
                    <a:pt x="495935" y="182863"/>
                  </a:lnTo>
                  <a:cubicBezTo>
                    <a:pt x="502565" y="189493"/>
                    <a:pt x="509777" y="191296"/>
                    <a:pt x="516830" y="184243"/>
                  </a:cubicBezTo>
                  <a:moveTo>
                    <a:pt x="540184" y="160888"/>
                  </a:moveTo>
                  <a:cubicBezTo>
                    <a:pt x="543844" y="157229"/>
                    <a:pt x="546336" y="152191"/>
                    <a:pt x="547238" y="147259"/>
                  </a:cubicBezTo>
                  <a:lnTo>
                    <a:pt x="539813" y="145138"/>
                  </a:lnTo>
                  <a:cubicBezTo>
                    <a:pt x="539018" y="148585"/>
                    <a:pt x="537639" y="151448"/>
                    <a:pt x="535199" y="153888"/>
                  </a:cubicBezTo>
                  <a:cubicBezTo>
                    <a:pt x="530798" y="158290"/>
                    <a:pt x="525070" y="158926"/>
                    <a:pt x="519554" y="154684"/>
                  </a:cubicBezTo>
                  <a:lnTo>
                    <a:pt x="537851" y="136387"/>
                  </a:lnTo>
                  <a:cubicBezTo>
                    <a:pt x="537374" y="135485"/>
                    <a:pt x="536101" y="133895"/>
                    <a:pt x="534616" y="132410"/>
                  </a:cubicBezTo>
                  <a:cubicBezTo>
                    <a:pt x="526449" y="124243"/>
                    <a:pt x="516214" y="122492"/>
                    <a:pt x="508046" y="130660"/>
                  </a:cubicBezTo>
                  <a:cubicBezTo>
                    <a:pt x="500993" y="137713"/>
                    <a:pt x="500198" y="150494"/>
                    <a:pt x="509797" y="160093"/>
                  </a:cubicBezTo>
                  <a:cubicBezTo>
                    <a:pt x="519608" y="169904"/>
                    <a:pt x="531858" y="169214"/>
                    <a:pt x="540184" y="160888"/>
                  </a:cubicBezTo>
                  <a:moveTo>
                    <a:pt x="514252" y="149593"/>
                  </a:moveTo>
                  <a:cubicBezTo>
                    <a:pt x="510539" y="144713"/>
                    <a:pt x="511069" y="139728"/>
                    <a:pt x="514198" y="136599"/>
                  </a:cubicBezTo>
                  <a:cubicBezTo>
                    <a:pt x="518017" y="132781"/>
                    <a:pt x="522365" y="133523"/>
                    <a:pt x="526343" y="137501"/>
                  </a:cubicBezTo>
                  <a:lnTo>
                    <a:pt x="514252" y="149593"/>
                  </a:lnTo>
                  <a:moveTo>
                    <a:pt x="557317" y="142271"/>
                  </a:moveTo>
                  <a:lnTo>
                    <a:pt x="565113" y="134475"/>
                  </a:lnTo>
                  <a:lnTo>
                    <a:pt x="547400" y="116762"/>
                  </a:lnTo>
                  <a:cubicBezTo>
                    <a:pt x="544748" y="110822"/>
                    <a:pt x="546021" y="106474"/>
                    <a:pt x="548354" y="104140"/>
                  </a:cubicBezTo>
                  <a:cubicBezTo>
                    <a:pt x="549574" y="102920"/>
                    <a:pt x="550582" y="102231"/>
                    <a:pt x="551960" y="101488"/>
                  </a:cubicBezTo>
                  <a:lnTo>
                    <a:pt x="546551" y="93427"/>
                  </a:lnTo>
                  <a:cubicBezTo>
                    <a:pt x="545279" y="93958"/>
                    <a:pt x="544059" y="94647"/>
                    <a:pt x="542415" y="96291"/>
                  </a:cubicBezTo>
                  <a:cubicBezTo>
                    <a:pt x="539339" y="99367"/>
                    <a:pt x="538278" y="104671"/>
                    <a:pt x="539975" y="110716"/>
                  </a:cubicBezTo>
                  <a:lnTo>
                    <a:pt x="539816" y="110875"/>
                  </a:lnTo>
                  <a:lnTo>
                    <a:pt x="533983" y="106208"/>
                  </a:lnTo>
                  <a:lnTo>
                    <a:pt x="527618" y="112573"/>
                  </a:lnTo>
                  <a:lnTo>
                    <a:pt x="557317" y="142271"/>
                  </a:lnTo>
                </a:path>
              </a:pathLst>
            </a:custGeom>
            <a:solidFill>
              <a:srgbClr val="999999">
                <a:alpha val="30000"/>
              </a:srgbClr>
            </a:solidFill>
          </p:spPr>
        </p:sp>
        <p:sp>
          <p:nvSpPr>
            <p:cNvPr id="167" name="shape167"/>
            <p:cNvSpPr/>
            <p:nvPr/>
          </p:nvSpPr>
          <p:spPr>
            <a:xfrm>
              <a:off x="6866099" y="0"/>
              <a:ext cx="2760000" cy="2760000"/>
            </a:xfrm>
            <a:custGeom>
              <a:avLst/>
              <a:gdLst/>
              <a:ahLst/>
              <a:cxnLst/>
              <a:rect l="0" t="0" r="0" b="0"/>
              <a:pathLst>
                <a:path w="2760000" h="2760000">
                  <a:moveTo>
                    <a:pt x="0" y="0"/>
                  </a:moveTo>
                  <a:lnTo>
                    <a:pt x="2288700" y="0"/>
                  </a:lnTo>
                  <a:lnTo>
                    <a:pt x="2288700" y="653914"/>
                  </a:lnTo>
                  <a:lnTo>
                    <a:pt x="210560" y="653914"/>
                  </a:lnTo>
                  <a:cubicBezTo>
                    <a:pt x="136081" y="653914"/>
                    <a:pt x="98841" y="653914"/>
                    <a:pt x="70495" y="639189"/>
                  </a:cubicBezTo>
                  <a:cubicBezTo>
                    <a:pt x="46609" y="626782"/>
                    <a:pt x="27132" y="607306"/>
                    <a:pt x="14724" y="583419"/>
                  </a:cubicBezTo>
                  <a:cubicBezTo>
                    <a:pt x="0" y="555073"/>
                    <a:pt x="0" y="517833"/>
                    <a:pt x="0" y="443354"/>
                  </a:cubicBezTo>
                  <a:lnTo>
                    <a:pt x="0" y="0"/>
                  </a:lnTo>
                </a:path>
              </a:pathLst>
            </a:custGeom>
            <a:solidFill>
              <a:srgbClr val="14AF78"/>
            </a:solidFill>
          </p:spPr>
        </p:sp>
        <p:sp>
          <p:nvSpPr>
            <p:cNvPr id="168" name="shape168"/>
            <p:cNvSpPr/>
            <p:nvPr/>
          </p:nvSpPr>
          <p:spPr>
            <a:xfrm>
              <a:off x="6866099" y="0"/>
              <a:ext cx="2760000" cy="2760000"/>
            </a:xfrm>
            <a:custGeom>
              <a:avLst/>
              <a:gdLst/>
              <a:ahLst/>
              <a:cxnLst/>
              <a:rect l="0" t="0" r="0" b="0"/>
              <a:pathLst>
                <a:path w="2760000" h="2760000">
                  <a:moveTo>
                    <a:pt x="686610" y="192762"/>
                  </a:moveTo>
                  <a:cubicBezTo>
                    <a:pt x="686610" y="149503"/>
                    <a:pt x="721678" y="114435"/>
                    <a:pt x="764937" y="114435"/>
                  </a:cubicBezTo>
                  <a:lnTo>
                    <a:pt x="951588" y="114435"/>
                  </a:lnTo>
                  <a:cubicBezTo>
                    <a:pt x="994847" y="114435"/>
                    <a:pt x="1029915" y="149503"/>
                    <a:pt x="1029915" y="192762"/>
                  </a:cubicBezTo>
                  <a:lnTo>
                    <a:pt x="1029915" y="379413"/>
                  </a:lnTo>
                  <a:cubicBezTo>
                    <a:pt x="1029915" y="422672"/>
                    <a:pt x="994847" y="457740"/>
                    <a:pt x="951588" y="457740"/>
                  </a:cubicBezTo>
                  <a:lnTo>
                    <a:pt x="764937" y="457740"/>
                  </a:lnTo>
                  <a:cubicBezTo>
                    <a:pt x="721678" y="457740"/>
                    <a:pt x="686610" y="422672"/>
                    <a:pt x="686610" y="379413"/>
                  </a:cubicBezTo>
                  <a:lnTo>
                    <a:pt x="686610" y="192762"/>
                  </a:lnTo>
                </a:path>
              </a:pathLst>
            </a:custGeom>
            <a:gradFill>
              <a:gsLst>
                <a:gs pos="0">
                  <a:srgbClr val="008899"/>
                </a:gs>
                <a:gs pos="100000">
                  <a:srgbClr val="66FF66"/>
                </a:gs>
              </a:gsLst>
              <a:lin ang="13500000" scaled="0"/>
            </a:gradFill>
          </p:spPr>
        </p:sp>
        <p:sp>
          <p:nvSpPr>
            <p:cNvPr id="169" name="shape169"/>
            <p:cNvSpPr/>
            <p:nvPr/>
          </p:nvSpPr>
          <p:spPr>
            <a:xfrm>
              <a:off x="6866099" y="0"/>
              <a:ext cx="2760000" cy="2760000"/>
            </a:xfrm>
            <a:custGeom>
              <a:avLst/>
              <a:gdLst/>
              <a:ahLst/>
              <a:cxnLst/>
              <a:rect l="0" t="0" r="0" b="0"/>
              <a:pathLst>
                <a:path w="2760000" h="2760000">
                  <a:moveTo>
                    <a:pt x="916588" y="222309"/>
                  </a:moveTo>
                  <a:cubicBezTo>
                    <a:pt x="923689" y="229411"/>
                    <a:pt x="923689" y="240924"/>
                    <a:pt x="916587" y="248027"/>
                  </a:cubicBezTo>
                  <a:lnTo>
                    <a:pt x="825663" y="338950"/>
                  </a:lnTo>
                  <a:cubicBezTo>
                    <a:pt x="818562" y="346052"/>
                    <a:pt x="807048" y="346052"/>
                    <a:pt x="799946" y="338950"/>
                  </a:cubicBezTo>
                  <a:cubicBezTo>
                    <a:pt x="792845" y="331849"/>
                    <a:pt x="792845" y="320335"/>
                    <a:pt x="799946" y="313234"/>
                  </a:cubicBezTo>
                  <a:lnTo>
                    <a:pt x="890870" y="222310"/>
                  </a:lnTo>
                  <a:cubicBezTo>
                    <a:pt x="897972" y="215208"/>
                    <a:pt x="909486" y="215208"/>
                    <a:pt x="916588" y="222309"/>
                  </a:cubicBezTo>
                </a:path>
              </a:pathLst>
            </a:custGeom>
            <a:solidFill>
              <a:srgbClr val="F3F8F9"/>
            </a:solidFill>
          </p:spPr>
        </p:sp>
        <p:sp>
          <p:nvSpPr>
            <p:cNvPr id="170" name="shape170"/>
            <p:cNvSpPr/>
            <p:nvPr/>
          </p:nvSpPr>
          <p:spPr>
            <a:xfrm>
              <a:off x="6866099" y="0"/>
              <a:ext cx="2760000" cy="2760000"/>
            </a:xfrm>
            <a:custGeom>
              <a:avLst/>
              <a:gdLst/>
              <a:ahLst/>
              <a:cxnLst/>
              <a:rect l="0" t="0" r="0" b="0"/>
              <a:pathLst>
                <a:path w="2760000" h="2760000">
                  <a:moveTo>
                    <a:pt x="785529" y="233606"/>
                  </a:moveTo>
                  <a:lnTo>
                    <a:pt x="785529" y="327651"/>
                  </a:lnTo>
                  <a:lnTo>
                    <a:pt x="799947" y="313233"/>
                  </a:lnTo>
                  <a:cubicBezTo>
                    <a:pt x="807049" y="306132"/>
                    <a:pt x="818563" y="306132"/>
                    <a:pt x="825664" y="313233"/>
                  </a:cubicBezTo>
                  <a:cubicBezTo>
                    <a:pt x="832765" y="320334"/>
                    <a:pt x="832765" y="331848"/>
                    <a:pt x="825664" y="338950"/>
                  </a:cubicBezTo>
                  <a:lnTo>
                    <a:pt x="795724" y="368890"/>
                  </a:lnTo>
                  <a:cubicBezTo>
                    <a:pt x="778540" y="386073"/>
                    <a:pt x="749159" y="373903"/>
                    <a:pt x="749160" y="349602"/>
                  </a:cubicBezTo>
                  <a:lnTo>
                    <a:pt x="749159" y="211657"/>
                  </a:lnTo>
                  <a:cubicBezTo>
                    <a:pt x="749159" y="187355"/>
                    <a:pt x="778540" y="175185"/>
                    <a:pt x="795724" y="192368"/>
                  </a:cubicBezTo>
                  <a:lnTo>
                    <a:pt x="931007" y="327651"/>
                  </a:lnTo>
                  <a:lnTo>
                    <a:pt x="931007" y="233606"/>
                  </a:lnTo>
                  <a:lnTo>
                    <a:pt x="916589" y="248025"/>
                  </a:lnTo>
                  <a:cubicBezTo>
                    <a:pt x="909486" y="255127"/>
                    <a:pt x="897972" y="255127"/>
                    <a:pt x="890871" y="248026"/>
                  </a:cubicBezTo>
                  <a:cubicBezTo>
                    <a:pt x="883770" y="240924"/>
                    <a:pt x="883770" y="229411"/>
                    <a:pt x="890872" y="222308"/>
                  </a:cubicBezTo>
                  <a:lnTo>
                    <a:pt x="920811" y="192369"/>
                  </a:lnTo>
                  <a:cubicBezTo>
                    <a:pt x="937995" y="175185"/>
                    <a:pt x="967377" y="187354"/>
                    <a:pt x="967376" y="211656"/>
                  </a:cubicBezTo>
                  <a:lnTo>
                    <a:pt x="967376" y="349602"/>
                  </a:lnTo>
                  <a:cubicBezTo>
                    <a:pt x="967377" y="373903"/>
                    <a:pt x="937995" y="386073"/>
                    <a:pt x="920812" y="368890"/>
                  </a:cubicBezTo>
                  <a:lnTo>
                    <a:pt x="785529" y="233606"/>
                  </a:lnTo>
                </a:path>
              </a:pathLst>
            </a:custGeom>
            <a:solidFill>
              <a:srgbClr val="FFFFFF"/>
            </a:solidFill>
          </p:spPr>
        </p:sp>
        <p:sp>
          <p:nvSpPr>
            <p:cNvPr id="171" name="shape171"/>
            <p:cNvSpPr/>
            <p:nvPr/>
          </p:nvSpPr>
          <p:spPr>
            <a:xfrm>
              <a:off x="6866099" y="0"/>
              <a:ext cx="2760000" cy="2760000"/>
            </a:xfrm>
            <a:custGeom>
              <a:avLst/>
              <a:gdLst/>
              <a:ahLst/>
              <a:cxnLst/>
              <a:rect l="0" t="0" r="0" b="0"/>
              <a:pathLst>
                <a:path w="2760000" h="2760000">
                  <a:moveTo>
                    <a:pt x="1123420" y="100063"/>
                  </a:moveTo>
                  <a:cubicBezTo>
                    <a:pt x="1115246" y="123277"/>
                    <a:pt x="1100860" y="146491"/>
                    <a:pt x="1086147" y="161204"/>
                  </a:cubicBezTo>
                  <a:cubicBezTo>
                    <a:pt x="1089580" y="165945"/>
                    <a:pt x="1094812" y="176571"/>
                    <a:pt x="1096610" y="181312"/>
                  </a:cubicBezTo>
                  <a:cubicBezTo>
                    <a:pt x="1100370" y="177225"/>
                    <a:pt x="1104130" y="172648"/>
                    <a:pt x="1107890" y="167906"/>
                  </a:cubicBezTo>
                  <a:lnTo>
                    <a:pt x="1107890" y="251935"/>
                  </a:lnTo>
                  <a:lnTo>
                    <a:pt x="1126853" y="251935"/>
                  </a:lnTo>
                  <a:lnTo>
                    <a:pt x="1126853" y="138317"/>
                  </a:lnTo>
                  <a:cubicBezTo>
                    <a:pt x="1132575" y="127691"/>
                    <a:pt x="1137643" y="116574"/>
                    <a:pt x="1141730" y="105621"/>
                  </a:cubicBezTo>
                  <a:lnTo>
                    <a:pt x="1123420" y="100063"/>
                  </a:lnTo>
                  <a:moveTo>
                    <a:pt x="1175734" y="228557"/>
                  </a:moveTo>
                  <a:cubicBezTo>
                    <a:pt x="1166415" y="228557"/>
                    <a:pt x="1161020" y="226105"/>
                    <a:pt x="1161020" y="220057"/>
                  </a:cubicBezTo>
                  <a:cubicBezTo>
                    <a:pt x="1161020" y="211882"/>
                    <a:pt x="1165271" y="200112"/>
                    <a:pt x="1232787" y="122296"/>
                  </a:cubicBezTo>
                  <a:cubicBezTo>
                    <a:pt x="1233768" y="121315"/>
                    <a:pt x="1234749" y="120171"/>
                    <a:pt x="1235240" y="119190"/>
                  </a:cubicBezTo>
                  <a:lnTo>
                    <a:pt x="1222979" y="112651"/>
                  </a:lnTo>
                  <a:lnTo>
                    <a:pt x="1218565" y="113305"/>
                  </a:lnTo>
                  <a:lnTo>
                    <a:pt x="1146144" y="113305"/>
                  </a:lnTo>
                  <a:lnTo>
                    <a:pt x="1146144" y="131614"/>
                  </a:lnTo>
                  <a:lnTo>
                    <a:pt x="1199765" y="131614"/>
                  </a:lnTo>
                  <a:cubicBezTo>
                    <a:pt x="1144672" y="198477"/>
                    <a:pt x="1141566" y="210575"/>
                    <a:pt x="1141566" y="222181"/>
                  </a:cubicBezTo>
                  <a:cubicBezTo>
                    <a:pt x="1141566" y="237385"/>
                    <a:pt x="1152029" y="247357"/>
                    <a:pt x="1176387" y="247357"/>
                  </a:cubicBezTo>
                  <a:lnTo>
                    <a:pt x="1208920" y="247357"/>
                  </a:lnTo>
                  <a:cubicBezTo>
                    <a:pt x="1229354" y="247357"/>
                    <a:pt x="1236711" y="240164"/>
                    <a:pt x="1239000" y="204526"/>
                  </a:cubicBezTo>
                  <a:cubicBezTo>
                    <a:pt x="1233605" y="203709"/>
                    <a:pt x="1226902" y="201092"/>
                    <a:pt x="1221835" y="198314"/>
                  </a:cubicBezTo>
                  <a:cubicBezTo>
                    <a:pt x="1220853" y="224307"/>
                    <a:pt x="1218402" y="228557"/>
                    <a:pt x="1210391" y="228557"/>
                  </a:cubicBezTo>
                  <a:lnTo>
                    <a:pt x="1175734" y="228557"/>
                  </a:lnTo>
                  <a:moveTo>
                    <a:pt x="1357195" y="229211"/>
                  </a:moveTo>
                  <a:lnTo>
                    <a:pt x="1365205" y="216297"/>
                  </a:lnTo>
                  <a:cubicBezTo>
                    <a:pt x="1348531" y="210575"/>
                    <a:pt x="1320902" y="204689"/>
                    <a:pt x="1298833" y="202401"/>
                  </a:cubicBezTo>
                  <a:lnTo>
                    <a:pt x="1290005" y="214988"/>
                  </a:lnTo>
                  <a:cubicBezTo>
                    <a:pt x="1311584" y="217441"/>
                    <a:pt x="1338068" y="223326"/>
                    <a:pt x="1354415" y="229211"/>
                  </a:cubicBezTo>
                  <a:lnTo>
                    <a:pt x="1277090" y="229211"/>
                  </a:lnTo>
                  <a:lnTo>
                    <a:pt x="1277090" y="180822"/>
                  </a:lnTo>
                  <a:cubicBezTo>
                    <a:pt x="1279870" y="184745"/>
                    <a:pt x="1282812" y="190303"/>
                    <a:pt x="1284119" y="194063"/>
                  </a:cubicBezTo>
                  <a:cubicBezTo>
                    <a:pt x="1292947" y="191938"/>
                    <a:pt x="1302102" y="189159"/>
                    <a:pt x="1310930" y="185726"/>
                  </a:cubicBezTo>
                  <a:lnTo>
                    <a:pt x="1304881" y="194063"/>
                  </a:lnTo>
                  <a:cubicBezTo>
                    <a:pt x="1318614" y="197006"/>
                    <a:pt x="1335943" y="202891"/>
                    <a:pt x="1345587" y="207305"/>
                  </a:cubicBezTo>
                  <a:lnTo>
                    <a:pt x="1353435" y="195371"/>
                  </a:lnTo>
                  <a:cubicBezTo>
                    <a:pt x="1344280" y="191284"/>
                    <a:pt x="1328913" y="186544"/>
                    <a:pt x="1315998" y="183764"/>
                  </a:cubicBezTo>
                  <a:cubicBezTo>
                    <a:pt x="1320412" y="181802"/>
                    <a:pt x="1324826" y="179840"/>
                    <a:pt x="1329077" y="177552"/>
                  </a:cubicBezTo>
                  <a:cubicBezTo>
                    <a:pt x="1341664" y="184091"/>
                    <a:pt x="1355560" y="188995"/>
                    <a:pt x="1369783" y="191938"/>
                  </a:cubicBezTo>
                  <a:cubicBezTo>
                    <a:pt x="1371581" y="188505"/>
                    <a:pt x="1375177" y="183274"/>
                    <a:pt x="1378447" y="179514"/>
                  </a:cubicBezTo>
                  <a:lnTo>
                    <a:pt x="1378447" y="229211"/>
                  </a:lnTo>
                  <a:lnTo>
                    <a:pt x="1357195" y="229211"/>
                  </a:lnTo>
                  <a:moveTo>
                    <a:pt x="1312401" y="123114"/>
                  </a:moveTo>
                  <a:cubicBezTo>
                    <a:pt x="1304391" y="135211"/>
                    <a:pt x="1291149" y="146654"/>
                    <a:pt x="1277908" y="154174"/>
                  </a:cubicBezTo>
                  <a:cubicBezTo>
                    <a:pt x="1281504" y="156790"/>
                    <a:pt x="1287716" y="162512"/>
                    <a:pt x="1290659" y="165618"/>
                  </a:cubicBezTo>
                  <a:cubicBezTo>
                    <a:pt x="1293929" y="163493"/>
                    <a:pt x="1297362" y="161040"/>
                    <a:pt x="1300631" y="158262"/>
                  </a:cubicBezTo>
                  <a:cubicBezTo>
                    <a:pt x="1304064" y="161531"/>
                    <a:pt x="1307988" y="164637"/>
                    <a:pt x="1312238" y="167743"/>
                  </a:cubicBezTo>
                  <a:cubicBezTo>
                    <a:pt x="1301122" y="172157"/>
                    <a:pt x="1288861" y="175590"/>
                    <a:pt x="1277090" y="177879"/>
                  </a:cubicBezTo>
                  <a:lnTo>
                    <a:pt x="1277090" y="123114"/>
                  </a:lnTo>
                  <a:lnTo>
                    <a:pt x="1312401" y="123114"/>
                  </a:lnTo>
                  <a:moveTo>
                    <a:pt x="1344443" y="149924"/>
                  </a:moveTo>
                  <a:cubicBezTo>
                    <a:pt x="1339703" y="153684"/>
                    <a:pt x="1334471" y="157280"/>
                    <a:pt x="1328259" y="160223"/>
                  </a:cubicBezTo>
                  <a:cubicBezTo>
                    <a:pt x="1322374" y="157280"/>
                    <a:pt x="1317306" y="153684"/>
                    <a:pt x="1313056" y="149924"/>
                  </a:cubicBezTo>
                  <a:lnTo>
                    <a:pt x="1344443" y="149924"/>
                  </a:lnTo>
                  <a:moveTo>
                    <a:pt x="1378447" y="177061"/>
                  </a:moveTo>
                  <a:cubicBezTo>
                    <a:pt x="1367167" y="174936"/>
                    <a:pt x="1355724" y="171994"/>
                    <a:pt x="1345424" y="168070"/>
                  </a:cubicBezTo>
                  <a:cubicBezTo>
                    <a:pt x="1356541" y="160387"/>
                    <a:pt x="1366186" y="151559"/>
                    <a:pt x="1372725" y="141423"/>
                  </a:cubicBezTo>
                  <a:lnTo>
                    <a:pt x="1361772" y="134884"/>
                  </a:lnTo>
                  <a:lnTo>
                    <a:pt x="1358993" y="135538"/>
                  </a:lnTo>
                  <a:lnTo>
                    <a:pt x="1323355" y="135538"/>
                  </a:lnTo>
                  <a:cubicBezTo>
                    <a:pt x="1325316" y="133086"/>
                    <a:pt x="1327115" y="130470"/>
                    <a:pt x="1328749" y="128018"/>
                  </a:cubicBezTo>
                  <a:lnTo>
                    <a:pt x="1314854" y="123114"/>
                  </a:lnTo>
                  <a:lnTo>
                    <a:pt x="1378447" y="123114"/>
                  </a:lnTo>
                  <a:lnTo>
                    <a:pt x="1378447" y="177061"/>
                  </a:lnTo>
                  <a:moveTo>
                    <a:pt x="1258454" y="105621"/>
                  </a:moveTo>
                  <a:lnTo>
                    <a:pt x="1258454" y="252261"/>
                  </a:lnTo>
                  <a:lnTo>
                    <a:pt x="1277090" y="252261"/>
                  </a:lnTo>
                  <a:lnTo>
                    <a:pt x="1277090" y="246377"/>
                  </a:lnTo>
                  <a:lnTo>
                    <a:pt x="1378447" y="246377"/>
                  </a:lnTo>
                  <a:lnTo>
                    <a:pt x="1378447" y="252261"/>
                  </a:lnTo>
                  <a:lnTo>
                    <a:pt x="1398064" y="252261"/>
                  </a:lnTo>
                  <a:lnTo>
                    <a:pt x="1398064" y="105621"/>
                  </a:lnTo>
                  <a:lnTo>
                    <a:pt x="1258454" y="105621"/>
                  </a:lnTo>
                  <a:moveTo>
                    <a:pt x="1438934" y="180658"/>
                  </a:moveTo>
                  <a:cubicBezTo>
                    <a:pt x="1439097" y="175100"/>
                    <a:pt x="1439097" y="169868"/>
                    <a:pt x="1439097" y="165291"/>
                  </a:cubicBezTo>
                  <a:lnTo>
                    <a:pt x="1439097" y="159242"/>
                  </a:lnTo>
                  <a:lnTo>
                    <a:pt x="1452012" y="159242"/>
                  </a:lnTo>
                  <a:lnTo>
                    <a:pt x="1452012" y="180658"/>
                  </a:lnTo>
                  <a:lnTo>
                    <a:pt x="1438934" y="180658"/>
                  </a:lnTo>
                  <a:moveTo>
                    <a:pt x="1452012" y="120171"/>
                  </a:moveTo>
                  <a:lnTo>
                    <a:pt x="1452012" y="143548"/>
                  </a:lnTo>
                  <a:lnTo>
                    <a:pt x="1439097" y="143548"/>
                  </a:lnTo>
                  <a:lnTo>
                    <a:pt x="1439097" y="120171"/>
                  </a:lnTo>
                  <a:lnTo>
                    <a:pt x="1452012" y="120171"/>
                  </a:lnTo>
                  <a:moveTo>
                    <a:pt x="1468197" y="105131"/>
                  </a:moveTo>
                  <a:lnTo>
                    <a:pt x="1422259" y="105131"/>
                  </a:lnTo>
                  <a:lnTo>
                    <a:pt x="1422259" y="165455"/>
                  </a:lnTo>
                  <a:cubicBezTo>
                    <a:pt x="1422259" y="188505"/>
                    <a:pt x="1421605" y="220057"/>
                    <a:pt x="1413104" y="241799"/>
                  </a:cubicBezTo>
                  <a:cubicBezTo>
                    <a:pt x="1416701" y="243433"/>
                    <a:pt x="1424221" y="249483"/>
                    <a:pt x="1427000" y="252752"/>
                  </a:cubicBezTo>
                  <a:cubicBezTo>
                    <a:pt x="1433539" y="237549"/>
                    <a:pt x="1436645" y="216460"/>
                    <a:pt x="1438117" y="196843"/>
                  </a:cubicBezTo>
                  <a:lnTo>
                    <a:pt x="1452012" y="196843"/>
                  </a:lnTo>
                  <a:lnTo>
                    <a:pt x="1452012" y="231500"/>
                  </a:lnTo>
                  <a:cubicBezTo>
                    <a:pt x="1452012" y="233462"/>
                    <a:pt x="1451522" y="233952"/>
                    <a:pt x="1449723" y="234116"/>
                  </a:cubicBezTo>
                  <a:cubicBezTo>
                    <a:pt x="1447925" y="234116"/>
                    <a:pt x="1443184" y="234116"/>
                    <a:pt x="1438280" y="233789"/>
                  </a:cubicBezTo>
                  <a:cubicBezTo>
                    <a:pt x="1440405" y="238366"/>
                    <a:pt x="1442694" y="246050"/>
                    <a:pt x="1443184" y="250627"/>
                  </a:cubicBezTo>
                  <a:cubicBezTo>
                    <a:pt x="1451849" y="250627"/>
                    <a:pt x="1457897" y="250300"/>
                    <a:pt x="1462475" y="247194"/>
                  </a:cubicBezTo>
                  <a:cubicBezTo>
                    <a:pt x="1467052" y="244415"/>
                    <a:pt x="1468197" y="239510"/>
                    <a:pt x="1468197" y="231663"/>
                  </a:cubicBezTo>
                  <a:lnTo>
                    <a:pt x="1468197" y="105131"/>
                  </a:lnTo>
                  <a:moveTo>
                    <a:pt x="1493372" y="227249"/>
                  </a:moveTo>
                  <a:lnTo>
                    <a:pt x="1493372" y="212373"/>
                  </a:lnTo>
                  <a:cubicBezTo>
                    <a:pt x="1496805" y="215806"/>
                    <a:pt x="1500892" y="220220"/>
                    <a:pt x="1502527" y="222835"/>
                  </a:cubicBezTo>
                  <a:cubicBezTo>
                    <a:pt x="1508903" y="216297"/>
                    <a:pt x="1514788" y="208122"/>
                    <a:pt x="1520019" y="199131"/>
                  </a:cubicBezTo>
                  <a:cubicBezTo>
                    <a:pt x="1524924" y="206161"/>
                    <a:pt x="1529174" y="212864"/>
                    <a:pt x="1531790" y="218422"/>
                  </a:cubicBezTo>
                  <a:lnTo>
                    <a:pt x="1543560" y="208940"/>
                  </a:lnTo>
                  <a:lnTo>
                    <a:pt x="1543560" y="227249"/>
                  </a:lnTo>
                  <a:lnTo>
                    <a:pt x="1493372" y="227249"/>
                  </a:lnTo>
                  <a:moveTo>
                    <a:pt x="1493372" y="164637"/>
                  </a:moveTo>
                  <a:cubicBezTo>
                    <a:pt x="1498767" y="170849"/>
                    <a:pt x="1504325" y="177716"/>
                    <a:pt x="1509556" y="184582"/>
                  </a:cubicBezTo>
                  <a:cubicBezTo>
                    <a:pt x="1504816" y="193246"/>
                    <a:pt x="1499421" y="201092"/>
                    <a:pt x="1493372" y="207305"/>
                  </a:cubicBezTo>
                  <a:lnTo>
                    <a:pt x="1493372" y="164637"/>
                  </a:lnTo>
                  <a:moveTo>
                    <a:pt x="1543560" y="203872"/>
                  </a:moveTo>
                  <a:cubicBezTo>
                    <a:pt x="1539800" y="197496"/>
                    <a:pt x="1534569" y="190140"/>
                    <a:pt x="1528683" y="182620"/>
                  </a:cubicBezTo>
                  <a:cubicBezTo>
                    <a:pt x="1534078" y="170849"/>
                    <a:pt x="1538493" y="158098"/>
                    <a:pt x="1542089" y="145183"/>
                  </a:cubicBezTo>
                  <a:lnTo>
                    <a:pt x="1526068" y="141423"/>
                  </a:lnTo>
                  <a:cubicBezTo>
                    <a:pt x="1523779" y="150741"/>
                    <a:pt x="1520837" y="159733"/>
                    <a:pt x="1517404" y="168397"/>
                  </a:cubicBezTo>
                  <a:cubicBezTo>
                    <a:pt x="1512663" y="162839"/>
                    <a:pt x="1507922" y="157607"/>
                    <a:pt x="1503508" y="152867"/>
                  </a:cubicBezTo>
                  <a:lnTo>
                    <a:pt x="1493372" y="160550"/>
                  </a:lnTo>
                  <a:lnTo>
                    <a:pt x="1493372" y="150251"/>
                  </a:lnTo>
                  <a:lnTo>
                    <a:pt x="1475390" y="150251"/>
                  </a:lnTo>
                  <a:lnTo>
                    <a:pt x="1475390" y="245232"/>
                  </a:lnTo>
                  <a:lnTo>
                    <a:pt x="1543560" y="245232"/>
                  </a:lnTo>
                  <a:lnTo>
                    <a:pt x="1543560" y="251935"/>
                  </a:lnTo>
                  <a:lnTo>
                    <a:pt x="1561380" y="251935"/>
                  </a:lnTo>
                  <a:lnTo>
                    <a:pt x="1561380" y="150087"/>
                  </a:lnTo>
                  <a:lnTo>
                    <a:pt x="1543560" y="150087"/>
                  </a:lnTo>
                  <a:lnTo>
                    <a:pt x="1543560" y="203872"/>
                  </a:lnTo>
                  <a:moveTo>
                    <a:pt x="1530482" y="121969"/>
                  </a:moveTo>
                  <a:cubicBezTo>
                    <a:pt x="1527539" y="115430"/>
                    <a:pt x="1521981" y="105948"/>
                    <a:pt x="1517731" y="98919"/>
                  </a:cubicBezTo>
                  <a:lnTo>
                    <a:pt x="1500402" y="104804"/>
                  </a:lnTo>
                  <a:cubicBezTo>
                    <a:pt x="1503181" y="110035"/>
                    <a:pt x="1506614" y="116247"/>
                    <a:pt x="1509229" y="121969"/>
                  </a:cubicBezTo>
                  <a:lnTo>
                    <a:pt x="1472283" y="121969"/>
                  </a:lnTo>
                  <a:lnTo>
                    <a:pt x="1472283" y="140115"/>
                  </a:lnTo>
                  <a:lnTo>
                    <a:pt x="1565303" y="140115"/>
                  </a:lnTo>
                  <a:lnTo>
                    <a:pt x="1565303" y="121969"/>
                  </a:lnTo>
                  <a:lnTo>
                    <a:pt x="1530482" y="121969"/>
                  </a:lnTo>
                  <a:moveTo>
                    <a:pt x="1684152" y="229211"/>
                  </a:moveTo>
                  <a:lnTo>
                    <a:pt x="1692162" y="216297"/>
                  </a:lnTo>
                  <a:cubicBezTo>
                    <a:pt x="1675487" y="210575"/>
                    <a:pt x="1647860" y="204689"/>
                    <a:pt x="1625790" y="202401"/>
                  </a:cubicBezTo>
                  <a:lnTo>
                    <a:pt x="1616962" y="214988"/>
                  </a:lnTo>
                  <a:cubicBezTo>
                    <a:pt x="1638541" y="217441"/>
                    <a:pt x="1665025" y="223326"/>
                    <a:pt x="1681373" y="229211"/>
                  </a:cubicBezTo>
                  <a:lnTo>
                    <a:pt x="1604047" y="229211"/>
                  </a:lnTo>
                  <a:lnTo>
                    <a:pt x="1604047" y="180822"/>
                  </a:lnTo>
                  <a:cubicBezTo>
                    <a:pt x="1606826" y="184745"/>
                    <a:pt x="1609769" y="190303"/>
                    <a:pt x="1611077" y="194063"/>
                  </a:cubicBezTo>
                  <a:cubicBezTo>
                    <a:pt x="1619905" y="191938"/>
                    <a:pt x="1629059" y="189159"/>
                    <a:pt x="1637887" y="185726"/>
                  </a:cubicBezTo>
                  <a:lnTo>
                    <a:pt x="1631839" y="194063"/>
                  </a:lnTo>
                  <a:cubicBezTo>
                    <a:pt x="1645571" y="197006"/>
                    <a:pt x="1662899" y="202891"/>
                    <a:pt x="1672545" y="207305"/>
                  </a:cubicBezTo>
                  <a:lnTo>
                    <a:pt x="1680392" y="195371"/>
                  </a:lnTo>
                  <a:cubicBezTo>
                    <a:pt x="1671237" y="191284"/>
                    <a:pt x="1655870" y="186544"/>
                    <a:pt x="1642955" y="183764"/>
                  </a:cubicBezTo>
                  <a:cubicBezTo>
                    <a:pt x="1647369" y="181802"/>
                    <a:pt x="1651783" y="179840"/>
                    <a:pt x="1656033" y="177552"/>
                  </a:cubicBezTo>
                  <a:cubicBezTo>
                    <a:pt x="1668621" y="184091"/>
                    <a:pt x="1682517" y="188995"/>
                    <a:pt x="1696740" y="191938"/>
                  </a:cubicBezTo>
                  <a:cubicBezTo>
                    <a:pt x="1698538" y="188505"/>
                    <a:pt x="1702135" y="183274"/>
                    <a:pt x="1705404" y="179514"/>
                  </a:cubicBezTo>
                  <a:lnTo>
                    <a:pt x="1705404" y="229211"/>
                  </a:lnTo>
                  <a:lnTo>
                    <a:pt x="1684152" y="229211"/>
                  </a:lnTo>
                  <a:moveTo>
                    <a:pt x="1639358" y="123114"/>
                  </a:moveTo>
                  <a:cubicBezTo>
                    <a:pt x="1631348" y="135211"/>
                    <a:pt x="1618106" y="146654"/>
                    <a:pt x="1604865" y="154174"/>
                  </a:cubicBezTo>
                  <a:cubicBezTo>
                    <a:pt x="1608461" y="156790"/>
                    <a:pt x="1614673" y="162512"/>
                    <a:pt x="1617616" y="165618"/>
                  </a:cubicBezTo>
                  <a:cubicBezTo>
                    <a:pt x="1620886" y="163493"/>
                    <a:pt x="1624319" y="161040"/>
                    <a:pt x="1627588" y="158262"/>
                  </a:cubicBezTo>
                  <a:cubicBezTo>
                    <a:pt x="1631021" y="161531"/>
                    <a:pt x="1634945" y="164637"/>
                    <a:pt x="1639195" y="167743"/>
                  </a:cubicBezTo>
                  <a:cubicBezTo>
                    <a:pt x="1628079" y="172157"/>
                    <a:pt x="1615818" y="175590"/>
                    <a:pt x="1604047" y="177879"/>
                  </a:cubicBezTo>
                  <a:lnTo>
                    <a:pt x="1604047" y="123114"/>
                  </a:lnTo>
                  <a:lnTo>
                    <a:pt x="1639358" y="123114"/>
                  </a:lnTo>
                  <a:moveTo>
                    <a:pt x="1671400" y="149924"/>
                  </a:moveTo>
                  <a:cubicBezTo>
                    <a:pt x="1666660" y="153684"/>
                    <a:pt x="1661428" y="157280"/>
                    <a:pt x="1655216" y="160223"/>
                  </a:cubicBezTo>
                  <a:cubicBezTo>
                    <a:pt x="1649331" y="157280"/>
                    <a:pt x="1644263" y="153684"/>
                    <a:pt x="1640012" y="149924"/>
                  </a:cubicBezTo>
                  <a:lnTo>
                    <a:pt x="1671400" y="149924"/>
                  </a:lnTo>
                  <a:moveTo>
                    <a:pt x="1705404" y="177061"/>
                  </a:moveTo>
                  <a:cubicBezTo>
                    <a:pt x="1694124" y="174936"/>
                    <a:pt x="1682681" y="171994"/>
                    <a:pt x="1672382" y="168070"/>
                  </a:cubicBezTo>
                  <a:cubicBezTo>
                    <a:pt x="1683497" y="160387"/>
                    <a:pt x="1693143" y="151559"/>
                    <a:pt x="1699682" y="141423"/>
                  </a:cubicBezTo>
                  <a:lnTo>
                    <a:pt x="1688729" y="134884"/>
                  </a:lnTo>
                  <a:lnTo>
                    <a:pt x="1685950" y="135538"/>
                  </a:lnTo>
                  <a:lnTo>
                    <a:pt x="1650311" y="135538"/>
                  </a:lnTo>
                  <a:cubicBezTo>
                    <a:pt x="1652273" y="133086"/>
                    <a:pt x="1654072" y="130470"/>
                    <a:pt x="1655706" y="128018"/>
                  </a:cubicBezTo>
                  <a:lnTo>
                    <a:pt x="1641811" y="123114"/>
                  </a:lnTo>
                  <a:lnTo>
                    <a:pt x="1705404" y="123114"/>
                  </a:lnTo>
                  <a:lnTo>
                    <a:pt x="1705404" y="177061"/>
                  </a:lnTo>
                  <a:moveTo>
                    <a:pt x="1585411" y="105621"/>
                  </a:moveTo>
                  <a:lnTo>
                    <a:pt x="1585411" y="252261"/>
                  </a:lnTo>
                  <a:lnTo>
                    <a:pt x="1604047" y="252261"/>
                  </a:lnTo>
                  <a:lnTo>
                    <a:pt x="1604047" y="246377"/>
                  </a:lnTo>
                  <a:lnTo>
                    <a:pt x="1705404" y="246377"/>
                  </a:lnTo>
                  <a:lnTo>
                    <a:pt x="1705404" y="252261"/>
                  </a:lnTo>
                  <a:lnTo>
                    <a:pt x="1725022" y="252261"/>
                  </a:lnTo>
                  <a:lnTo>
                    <a:pt x="1725022" y="105621"/>
                  </a:lnTo>
                  <a:lnTo>
                    <a:pt x="1585411" y="105621"/>
                  </a:lnTo>
                  <a:moveTo>
                    <a:pt x="1097754" y="430985"/>
                  </a:moveTo>
                  <a:lnTo>
                    <a:pt x="1119497" y="430985"/>
                  </a:lnTo>
                  <a:lnTo>
                    <a:pt x="1119497" y="380469"/>
                  </a:lnTo>
                  <a:cubicBezTo>
                    <a:pt x="1119497" y="369026"/>
                    <a:pt x="1117535" y="352188"/>
                    <a:pt x="1116391" y="340745"/>
                  </a:cubicBezTo>
                  <a:lnTo>
                    <a:pt x="1117045" y="340745"/>
                  </a:lnTo>
                  <a:lnTo>
                    <a:pt x="1126690" y="369190"/>
                  </a:lnTo>
                  <a:lnTo>
                    <a:pt x="1145490" y="420032"/>
                  </a:lnTo>
                  <a:lnTo>
                    <a:pt x="1159385" y="420032"/>
                  </a:lnTo>
                  <a:lnTo>
                    <a:pt x="1178022" y="369190"/>
                  </a:lnTo>
                  <a:lnTo>
                    <a:pt x="1187831" y="340745"/>
                  </a:lnTo>
                  <a:lnTo>
                    <a:pt x="1188648" y="340745"/>
                  </a:lnTo>
                  <a:cubicBezTo>
                    <a:pt x="1187340" y="352188"/>
                    <a:pt x="1185542" y="369026"/>
                    <a:pt x="1185542" y="380469"/>
                  </a:cubicBezTo>
                  <a:lnTo>
                    <a:pt x="1185542" y="430985"/>
                  </a:lnTo>
                  <a:lnTo>
                    <a:pt x="1207612" y="430985"/>
                  </a:lnTo>
                  <a:lnTo>
                    <a:pt x="1207612" y="309847"/>
                  </a:lnTo>
                  <a:lnTo>
                    <a:pt x="1180801" y="309847"/>
                  </a:lnTo>
                  <a:lnTo>
                    <a:pt x="1160693" y="366574"/>
                  </a:lnTo>
                  <a:cubicBezTo>
                    <a:pt x="1158078" y="374094"/>
                    <a:pt x="1155952" y="382104"/>
                    <a:pt x="1153337" y="389788"/>
                  </a:cubicBezTo>
                  <a:lnTo>
                    <a:pt x="1152519" y="389788"/>
                  </a:lnTo>
                  <a:cubicBezTo>
                    <a:pt x="1150067" y="382104"/>
                    <a:pt x="1147779" y="374094"/>
                    <a:pt x="1145163" y="366574"/>
                  </a:cubicBezTo>
                  <a:lnTo>
                    <a:pt x="1124565" y="309847"/>
                  </a:lnTo>
                  <a:lnTo>
                    <a:pt x="1097754" y="309847"/>
                  </a:lnTo>
                  <a:lnTo>
                    <a:pt x="1097754" y="430985"/>
                  </a:lnTo>
                  <a:moveTo>
                    <a:pt x="1235324" y="430985"/>
                  </a:moveTo>
                  <a:lnTo>
                    <a:pt x="1259355" y="430985"/>
                  </a:lnTo>
                  <a:lnTo>
                    <a:pt x="1259355" y="339437"/>
                  </a:lnTo>
                  <a:lnTo>
                    <a:pt x="1235324" y="339437"/>
                  </a:lnTo>
                  <a:lnTo>
                    <a:pt x="1235324" y="430985"/>
                  </a:lnTo>
                  <a:moveTo>
                    <a:pt x="1247422" y="324724"/>
                  </a:moveTo>
                  <a:cubicBezTo>
                    <a:pt x="1255595" y="324724"/>
                    <a:pt x="1261317" y="319492"/>
                    <a:pt x="1261317" y="311481"/>
                  </a:cubicBezTo>
                  <a:cubicBezTo>
                    <a:pt x="1261317" y="303635"/>
                    <a:pt x="1255595" y="298404"/>
                    <a:pt x="1247422" y="298404"/>
                  </a:cubicBezTo>
                  <a:cubicBezTo>
                    <a:pt x="1239084" y="298404"/>
                    <a:pt x="1233362" y="303635"/>
                    <a:pt x="1233362" y="311481"/>
                  </a:cubicBezTo>
                  <a:cubicBezTo>
                    <a:pt x="1233362" y="319492"/>
                    <a:pt x="1239084" y="324724"/>
                    <a:pt x="1247422" y="324724"/>
                  </a:cubicBezTo>
                  <a:moveTo>
                    <a:pt x="1284974" y="430985"/>
                  </a:moveTo>
                  <a:lnTo>
                    <a:pt x="1309005" y="430985"/>
                  </a:lnTo>
                  <a:lnTo>
                    <a:pt x="1309005" y="368045"/>
                  </a:lnTo>
                  <a:cubicBezTo>
                    <a:pt x="1315708" y="361343"/>
                    <a:pt x="1320449" y="357746"/>
                    <a:pt x="1327969" y="357746"/>
                  </a:cubicBezTo>
                  <a:cubicBezTo>
                    <a:pt x="1336960" y="357746"/>
                    <a:pt x="1340883" y="362650"/>
                    <a:pt x="1340883" y="376873"/>
                  </a:cubicBezTo>
                  <a:lnTo>
                    <a:pt x="1340883" y="430985"/>
                  </a:lnTo>
                  <a:lnTo>
                    <a:pt x="1364915" y="430985"/>
                  </a:lnTo>
                  <a:lnTo>
                    <a:pt x="1364915" y="373931"/>
                  </a:lnTo>
                  <a:cubicBezTo>
                    <a:pt x="1364915" y="350880"/>
                    <a:pt x="1356414" y="337148"/>
                    <a:pt x="1336634" y="337148"/>
                  </a:cubicBezTo>
                  <a:cubicBezTo>
                    <a:pt x="1324209" y="337148"/>
                    <a:pt x="1314891" y="343687"/>
                    <a:pt x="1306881" y="351534"/>
                  </a:cubicBezTo>
                  <a:lnTo>
                    <a:pt x="1306390" y="351534"/>
                  </a:lnTo>
                  <a:lnTo>
                    <a:pt x="1304592" y="339437"/>
                  </a:lnTo>
                  <a:lnTo>
                    <a:pt x="1284974" y="339437"/>
                  </a:lnTo>
                  <a:lnTo>
                    <a:pt x="1284974" y="430985"/>
                  </a:lnTo>
                  <a:moveTo>
                    <a:pt x="1421908" y="433273"/>
                  </a:moveTo>
                  <a:cubicBezTo>
                    <a:pt x="1431389" y="433273"/>
                    <a:pt x="1440544" y="428042"/>
                    <a:pt x="1447247" y="421503"/>
                  </a:cubicBezTo>
                  <a:lnTo>
                    <a:pt x="1447901" y="421503"/>
                  </a:lnTo>
                  <a:lnTo>
                    <a:pt x="1449699" y="430985"/>
                  </a:lnTo>
                  <a:lnTo>
                    <a:pt x="1469153" y="430985"/>
                  </a:lnTo>
                  <a:lnTo>
                    <a:pt x="1469153" y="300529"/>
                  </a:lnTo>
                  <a:lnTo>
                    <a:pt x="1445285" y="300529"/>
                  </a:lnTo>
                  <a:lnTo>
                    <a:pt x="1445285" y="332734"/>
                  </a:lnTo>
                  <a:lnTo>
                    <a:pt x="1446103" y="347120"/>
                  </a:lnTo>
                  <a:cubicBezTo>
                    <a:pt x="1439564" y="341072"/>
                    <a:pt x="1433188" y="337148"/>
                    <a:pt x="1422889" y="337148"/>
                  </a:cubicBezTo>
                  <a:cubicBezTo>
                    <a:pt x="1403108" y="337148"/>
                    <a:pt x="1384471" y="355457"/>
                    <a:pt x="1384471" y="385211"/>
                  </a:cubicBezTo>
                  <a:cubicBezTo>
                    <a:pt x="1384471" y="415290"/>
                    <a:pt x="1399184" y="433273"/>
                    <a:pt x="1421908" y="433273"/>
                  </a:cubicBezTo>
                  <a:moveTo>
                    <a:pt x="1428120" y="413492"/>
                  </a:moveTo>
                  <a:cubicBezTo>
                    <a:pt x="1416023" y="413492"/>
                    <a:pt x="1409157" y="404011"/>
                    <a:pt x="1409157" y="385047"/>
                  </a:cubicBezTo>
                  <a:cubicBezTo>
                    <a:pt x="1409157" y="366737"/>
                    <a:pt x="1417821" y="356929"/>
                    <a:pt x="1428120" y="356929"/>
                  </a:cubicBezTo>
                  <a:cubicBezTo>
                    <a:pt x="1433842" y="356929"/>
                    <a:pt x="1439727" y="358727"/>
                    <a:pt x="1445285" y="363795"/>
                  </a:cubicBezTo>
                  <a:lnTo>
                    <a:pt x="1445285" y="404011"/>
                  </a:lnTo>
                  <a:cubicBezTo>
                    <a:pt x="1439890" y="410877"/>
                    <a:pt x="1434496" y="413492"/>
                    <a:pt x="1428120" y="413492"/>
                  </a:cubicBezTo>
                  <a:moveTo>
                    <a:pt x="1496872" y="430985"/>
                  </a:moveTo>
                  <a:lnTo>
                    <a:pt x="1518615" y="430985"/>
                  </a:lnTo>
                  <a:lnTo>
                    <a:pt x="1518615" y="380469"/>
                  </a:lnTo>
                  <a:cubicBezTo>
                    <a:pt x="1518615" y="369026"/>
                    <a:pt x="1516653" y="352188"/>
                    <a:pt x="1515508" y="340745"/>
                  </a:cubicBezTo>
                  <a:lnTo>
                    <a:pt x="1516162" y="340745"/>
                  </a:lnTo>
                  <a:lnTo>
                    <a:pt x="1525808" y="369190"/>
                  </a:lnTo>
                  <a:lnTo>
                    <a:pt x="1544608" y="420032"/>
                  </a:lnTo>
                  <a:lnTo>
                    <a:pt x="1558503" y="420032"/>
                  </a:lnTo>
                  <a:lnTo>
                    <a:pt x="1577139" y="369190"/>
                  </a:lnTo>
                  <a:lnTo>
                    <a:pt x="1586949" y="340745"/>
                  </a:lnTo>
                  <a:lnTo>
                    <a:pt x="1587765" y="340745"/>
                  </a:lnTo>
                  <a:cubicBezTo>
                    <a:pt x="1586458" y="352188"/>
                    <a:pt x="1584660" y="369026"/>
                    <a:pt x="1584660" y="380469"/>
                  </a:cubicBezTo>
                  <a:lnTo>
                    <a:pt x="1584660" y="430985"/>
                  </a:lnTo>
                  <a:lnTo>
                    <a:pt x="1606729" y="430985"/>
                  </a:lnTo>
                  <a:lnTo>
                    <a:pt x="1606729" y="309847"/>
                  </a:lnTo>
                  <a:lnTo>
                    <a:pt x="1579919" y="309847"/>
                  </a:lnTo>
                  <a:lnTo>
                    <a:pt x="1559811" y="366574"/>
                  </a:lnTo>
                  <a:cubicBezTo>
                    <a:pt x="1557196" y="374094"/>
                    <a:pt x="1555070" y="382104"/>
                    <a:pt x="1552454" y="389788"/>
                  </a:cubicBezTo>
                  <a:lnTo>
                    <a:pt x="1551637" y="389788"/>
                  </a:lnTo>
                  <a:cubicBezTo>
                    <a:pt x="1549185" y="382104"/>
                    <a:pt x="1546896" y="374094"/>
                    <a:pt x="1544280" y="366574"/>
                  </a:cubicBezTo>
                  <a:lnTo>
                    <a:pt x="1523682" y="309847"/>
                  </a:lnTo>
                  <a:lnTo>
                    <a:pt x="1496872" y="309847"/>
                  </a:lnTo>
                  <a:lnTo>
                    <a:pt x="1496872" y="430985"/>
                  </a:lnTo>
                  <a:moveTo>
                    <a:pt x="1657002" y="433273"/>
                  </a:moveTo>
                  <a:cubicBezTo>
                    <a:pt x="1667464" y="433273"/>
                    <a:pt x="1676619" y="428042"/>
                    <a:pt x="1684630" y="421176"/>
                  </a:cubicBezTo>
                  <a:lnTo>
                    <a:pt x="1685283" y="421176"/>
                  </a:lnTo>
                  <a:lnTo>
                    <a:pt x="1686918" y="430985"/>
                  </a:lnTo>
                  <a:lnTo>
                    <a:pt x="1706535" y="430985"/>
                  </a:lnTo>
                  <a:lnTo>
                    <a:pt x="1706535" y="377527"/>
                  </a:lnTo>
                  <a:cubicBezTo>
                    <a:pt x="1706535" y="351044"/>
                    <a:pt x="1694601" y="337148"/>
                    <a:pt x="1671387" y="337148"/>
                  </a:cubicBezTo>
                  <a:cubicBezTo>
                    <a:pt x="1657002" y="337148"/>
                    <a:pt x="1643923" y="342543"/>
                    <a:pt x="1633134" y="349245"/>
                  </a:cubicBezTo>
                  <a:lnTo>
                    <a:pt x="1641798" y="365103"/>
                  </a:lnTo>
                  <a:cubicBezTo>
                    <a:pt x="1650299" y="360199"/>
                    <a:pt x="1658473" y="356438"/>
                    <a:pt x="1666974" y="356438"/>
                  </a:cubicBezTo>
                  <a:cubicBezTo>
                    <a:pt x="1678254" y="356438"/>
                    <a:pt x="1682177" y="363304"/>
                    <a:pt x="1682668" y="372296"/>
                  </a:cubicBezTo>
                  <a:cubicBezTo>
                    <a:pt x="1645722" y="376219"/>
                    <a:pt x="1629864" y="386519"/>
                    <a:pt x="1629864" y="406136"/>
                  </a:cubicBezTo>
                  <a:cubicBezTo>
                    <a:pt x="1629864" y="421666"/>
                    <a:pt x="1640654" y="433273"/>
                    <a:pt x="1657002" y="433273"/>
                  </a:cubicBezTo>
                  <a:moveTo>
                    <a:pt x="1664848" y="414473"/>
                  </a:moveTo>
                  <a:cubicBezTo>
                    <a:pt x="1657819" y="414473"/>
                    <a:pt x="1652751" y="411367"/>
                    <a:pt x="1652751" y="404174"/>
                  </a:cubicBezTo>
                  <a:cubicBezTo>
                    <a:pt x="1652751" y="396000"/>
                    <a:pt x="1660271" y="389788"/>
                    <a:pt x="1682668" y="387009"/>
                  </a:cubicBezTo>
                  <a:lnTo>
                    <a:pt x="1682668" y="405482"/>
                  </a:lnTo>
                  <a:cubicBezTo>
                    <a:pt x="1676782" y="411204"/>
                    <a:pt x="1671714" y="414473"/>
                    <a:pt x="1664848" y="414473"/>
                  </a:cubicBezTo>
                  <a:moveTo>
                    <a:pt x="1757184" y="433273"/>
                  </a:moveTo>
                  <a:cubicBezTo>
                    <a:pt x="1781053" y="433273"/>
                    <a:pt x="1793640" y="420358"/>
                    <a:pt x="1793640" y="404338"/>
                  </a:cubicBezTo>
                  <a:cubicBezTo>
                    <a:pt x="1793640" y="387335"/>
                    <a:pt x="1780237" y="381287"/>
                    <a:pt x="1768137" y="376709"/>
                  </a:cubicBezTo>
                  <a:cubicBezTo>
                    <a:pt x="1758492" y="373113"/>
                    <a:pt x="1749991" y="370661"/>
                    <a:pt x="1749991" y="363958"/>
                  </a:cubicBezTo>
                  <a:cubicBezTo>
                    <a:pt x="1749991" y="358727"/>
                    <a:pt x="1753915" y="355131"/>
                    <a:pt x="1762252" y="355131"/>
                  </a:cubicBezTo>
                  <a:cubicBezTo>
                    <a:pt x="1768955" y="355131"/>
                    <a:pt x="1775331" y="358237"/>
                    <a:pt x="1781868" y="362977"/>
                  </a:cubicBezTo>
                  <a:lnTo>
                    <a:pt x="1792661" y="348428"/>
                  </a:lnTo>
                  <a:cubicBezTo>
                    <a:pt x="1785137" y="342706"/>
                    <a:pt x="1774840" y="337148"/>
                    <a:pt x="1761599" y="337148"/>
                  </a:cubicBezTo>
                  <a:cubicBezTo>
                    <a:pt x="1740673" y="337148"/>
                    <a:pt x="1727431" y="348755"/>
                    <a:pt x="1727431" y="365103"/>
                  </a:cubicBezTo>
                  <a:cubicBezTo>
                    <a:pt x="1727431" y="380469"/>
                    <a:pt x="1740346" y="387499"/>
                    <a:pt x="1751953" y="391913"/>
                  </a:cubicBezTo>
                  <a:cubicBezTo>
                    <a:pt x="1761599" y="395673"/>
                    <a:pt x="1771080" y="398779"/>
                    <a:pt x="1771080" y="405645"/>
                  </a:cubicBezTo>
                  <a:cubicBezTo>
                    <a:pt x="1771080" y="411367"/>
                    <a:pt x="1766993" y="415290"/>
                    <a:pt x="1757838" y="415290"/>
                  </a:cubicBezTo>
                  <a:cubicBezTo>
                    <a:pt x="1749338" y="415290"/>
                    <a:pt x="1741490" y="411694"/>
                    <a:pt x="1733317" y="405318"/>
                  </a:cubicBezTo>
                  <a:lnTo>
                    <a:pt x="1722363" y="420358"/>
                  </a:lnTo>
                  <a:cubicBezTo>
                    <a:pt x="1731518" y="427878"/>
                    <a:pt x="1744923" y="433273"/>
                    <a:pt x="1757184" y="433273"/>
                  </a:cubicBezTo>
                  <a:moveTo>
                    <a:pt x="1841653" y="433273"/>
                  </a:moveTo>
                  <a:cubicBezTo>
                    <a:pt x="1849664" y="433273"/>
                    <a:pt x="1856036" y="431475"/>
                    <a:pt x="1860943" y="429840"/>
                  </a:cubicBezTo>
                  <a:lnTo>
                    <a:pt x="1857016" y="412348"/>
                  </a:lnTo>
                  <a:cubicBezTo>
                    <a:pt x="1854563" y="413329"/>
                    <a:pt x="1850965" y="414310"/>
                    <a:pt x="1848026" y="414310"/>
                  </a:cubicBezTo>
                  <a:cubicBezTo>
                    <a:pt x="1839851" y="414310"/>
                    <a:pt x="1835602" y="409406"/>
                    <a:pt x="1835602" y="398943"/>
                  </a:cubicBezTo>
                  <a:lnTo>
                    <a:pt x="1835602" y="358400"/>
                  </a:lnTo>
                  <a:lnTo>
                    <a:pt x="1858160" y="358400"/>
                  </a:lnTo>
                  <a:lnTo>
                    <a:pt x="1858160" y="339437"/>
                  </a:lnTo>
                  <a:lnTo>
                    <a:pt x="1835602" y="339437"/>
                  </a:lnTo>
                  <a:lnTo>
                    <a:pt x="1835602" y="314751"/>
                  </a:lnTo>
                  <a:lnTo>
                    <a:pt x="1815655" y="314751"/>
                  </a:lnTo>
                  <a:lnTo>
                    <a:pt x="1812880" y="339437"/>
                  </a:lnTo>
                  <a:lnTo>
                    <a:pt x="1798654" y="340581"/>
                  </a:lnTo>
                  <a:lnTo>
                    <a:pt x="1798654" y="358400"/>
                  </a:lnTo>
                  <a:lnTo>
                    <a:pt x="1811571" y="358400"/>
                  </a:lnTo>
                  <a:lnTo>
                    <a:pt x="1811571" y="398943"/>
                  </a:lnTo>
                  <a:cubicBezTo>
                    <a:pt x="1811571" y="419377"/>
                    <a:pt x="1819910" y="433273"/>
                    <a:pt x="1841653" y="433273"/>
                  </a:cubicBezTo>
                  <a:moveTo>
                    <a:pt x="1913640" y="433273"/>
                  </a:moveTo>
                  <a:cubicBezTo>
                    <a:pt x="1924919" y="433273"/>
                    <a:pt x="1936527" y="429350"/>
                    <a:pt x="1945517" y="423138"/>
                  </a:cubicBezTo>
                  <a:lnTo>
                    <a:pt x="1937342" y="408424"/>
                  </a:lnTo>
                  <a:cubicBezTo>
                    <a:pt x="1930805" y="412511"/>
                    <a:pt x="1924268" y="414800"/>
                    <a:pt x="1916744" y="414800"/>
                  </a:cubicBezTo>
                  <a:cubicBezTo>
                    <a:pt x="1903176" y="414800"/>
                    <a:pt x="1893371" y="406953"/>
                    <a:pt x="1891411" y="391913"/>
                  </a:cubicBezTo>
                  <a:lnTo>
                    <a:pt x="1947806" y="391913"/>
                  </a:lnTo>
                  <a:cubicBezTo>
                    <a:pt x="1948464" y="389788"/>
                    <a:pt x="1948950" y="385374"/>
                    <a:pt x="1948950" y="380797"/>
                  </a:cubicBezTo>
                  <a:cubicBezTo>
                    <a:pt x="1948950" y="355621"/>
                    <a:pt x="1935876" y="337148"/>
                    <a:pt x="1910700" y="337148"/>
                  </a:cubicBezTo>
                  <a:cubicBezTo>
                    <a:pt x="1888958" y="337148"/>
                    <a:pt x="1868030" y="355621"/>
                    <a:pt x="1868030" y="385211"/>
                  </a:cubicBezTo>
                  <a:cubicBezTo>
                    <a:pt x="1868030" y="415454"/>
                    <a:pt x="1887978" y="433273"/>
                    <a:pt x="1913640" y="433273"/>
                  </a:cubicBezTo>
                  <a:moveTo>
                    <a:pt x="1891082" y="375892"/>
                  </a:moveTo>
                  <a:cubicBezTo>
                    <a:pt x="1892877" y="362650"/>
                    <a:pt x="1901381" y="355784"/>
                    <a:pt x="1911022" y="355784"/>
                  </a:cubicBezTo>
                  <a:cubicBezTo>
                    <a:pt x="1922795" y="355784"/>
                    <a:pt x="1928352" y="363632"/>
                    <a:pt x="1928352" y="375892"/>
                  </a:cubicBezTo>
                  <a:lnTo>
                    <a:pt x="1891082" y="375892"/>
                  </a:lnTo>
                  <a:moveTo>
                    <a:pt x="1968740" y="430985"/>
                  </a:moveTo>
                  <a:lnTo>
                    <a:pt x="1992772" y="430985"/>
                  </a:lnTo>
                  <a:lnTo>
                    <a:pt x="1992772" y="376383"/>
                  </a:lnTo>
                  <a:cubicBezTo>
                    <a:pt x="1997843" y="363141"/>
                    <a:pt x="2006504" y="358400"/>
                    <a:pt x="2013699" y="358400"/>
                  </a:cubicBezTo>
                  <a:cubicBezTo>
                    <a:pt x="2017461" y="358400"/>
                    <a:pt x="2020072" y="358890"/>
                    <a:pt x="2023347" y="359871"/>
                  </a:cubicBezTo>
                  <a:lnTo>
                    <a:pt x="2027431" y="339110"/>
                  </a:lnTo>
                  <a:cubicBezTo>
                    <a:pt x="2024649" y="337965"/>
                    <a:pt x="2021709" y="337148"/>
                    <a:pt x="2016638" y="337148"/>
                  </a:cubicBezTo>
                  <a:cubicBezTo>
                    <a:pt x="2007162" y="337148"/>
                    <a:pt x="1997349" y="343687"/>
                    <a:pt x="1990647" y="355621"/>
                  </a:cubicBezTo>
                  <a:lnTo>
                    <a:pt x="1990161" y="355621"/>
                  </a:lnTo>
                  <a:lnTo>
                    <a:pt x="1988359" y="339437"/>
                  </a:lnTo>
                  <a:lnTo>
                    <a:pt x="1968740" y="339437"/>
                  </a:lnTo>
                  <a:lnTo>
                    <a:pt x="1968740" y="430985"/>
                  </a:lnTo>
                </a:path>
              </a:pathLst>
            </a:custGeom>
            <a:solidFill>
              <a:srgbClr val="FFFFFF"/>
            </a:solidFill>
          </p:spPr>
        </p:sp>
        <p:sp>
          <p:nvSpPr>
            <p:cNvPr id="172" name="shape172"/>
            <p:cNvSpPr/>
            <p:nvPr/>
          </p:nvSpPr>
          <p:spPr>
            <a:xfrm>
              <a:off x="2503974" y="809843"/>
              <a:ext cx="192000" cy="192000"/>
            </a:xfrm>
            <a:custGeom>
              <a:avLst/>
              <a:gdLst/>
              <a:ahLst/>
              <a:cxnLst/>
              <a:rect l="0" t="0" r="0" b="0"/>
              <a:pathLst>
                <a:path w="192000" h="192000">
                  <a:moveTo>
                    <a:pt x="83426" y="386789"/>
                  </a:moveTo>
                  <a:lnTo>
                    <a:pt x="51606" y="418609"/>
                  </a:lnTo>
                  <a:cubicBezTo>
                    <a:pt x="43204" y="427012"/>
                    <a:pt x="37083" y="433137"/>
                    <a:pt x="32653" y="438356"/>
                  </a:cubicBezTo>
                  <a:cubicBezTo>
                    <a:pt x="28254" y="443537"/>
                    <a:pt x="25770" y="447547"/>
                    <a:pt x="24445" y="451623"/>
                  </a:cubicBezTo>
                  <a:cubicBezTo>
                    <a:pt x="21968" y="459248"/>
                    <a:pt x="21968" y="467463"/>
                    <a:pt x="24445" y="475089"/>
                  </a:cubicBezTo>
                  <a:cubicBezTo>
                    <a:pt x="25770" y="479164"/>
                    <a:pt x="28254" y="483175"/>
                    <a:pt x="32653" y="488356"/>
                  </a:cubicBezTo>
                  <a:cubicBezTo>
                    <a:pt x="37083" y="493574"/>
                    <a:pt x="43204" y="499700"/>
                    <a:pt x="51606" y="508102"/>
                  </a:cubicBezTo>
                  <a:lnTo>
                    <a:pt x="83426" y="539922"/>
                  </a:lnTo>
                  <a:cubicBezTo>
                    <a:pt x="91829" y="548325"/>
                    <a:pt x="97954" y="554445"/>
                    <a:pt x="103173" y="558875"/>
                  </a:cubicBezTo>
                  <a:cubicBezTo>
                    <a:pt x="108354" y="563274"/>
                    <a:pt x="112364" y="565759"/>
                    <a:pt x="116440" y="567083"/>
                  </a:cubicBezTo>
                  <a:cubicBezTo>
                    <a:pt x="124066" y="569561"/>
                    <a:pt x="132280" y="569561"/>
                    <a:pt x="139906" y="567083"/>
                  </a:cubicBezTo>
                  <a:cubicBezTo>
                    <a:pt x="143981" y="565759"/>
                    <a:pt x="147992" y="563274"/>
                    <a:pt x="153173" y="558875"/>
                  </a:cubicBezTo>
                  <a:cubicBezTo>
                    <a:pt x="158392" y="554445"/>
                    <a:pt x="164516" y="548325"/>
                    <a:pt x="172919" y="539922"/>
                  </a:cubicBezTo>
                  <a:lnTo>
                    <a:pt x="204739" y="508102"/>
                  </a:lnTo>
                  <a:cubicBezTo>
                    <a:pt x="213142" y="499700"/>
                    <a:pt x="219262" y="493574"/>
                    <a:pt x="223693" y="488356"/>
                  </a:cubicBezTo>
                  <a:cubicBezTo>
                    <a:pt x="228091" y="483175"/>
                    <a:pt x="230576" y="479164"/>
                    <a:pt x="231900" y="475088"/>
                  </a:cubicBezTo>
                  <a:cubicBezTo>
                    <a:pt x="234378" y="467463"/>
                    <a:pt x="234378" y="459248"/>
                    <a:pt x="231900" y="451623"/>
                  </a:cubicBezTo>
                  <a:cubicBezTo>
                    <a:pt x="230576" y="447547"/>
                    <a:pt x="228091" y="443537"/>
                    <a:pt x="223693" y="438356"/>
                  </a:cubicBezTo>
                  <a:cubicBezTo>
                    <a:pt x="219262" y="433137"/>
                    <a:pt x="213142" y="427012"/>
                    <a:pt x="204739" y="418609"/>
                  </a:cubicBezTo>
                  <a:lnTo>
                    <a:pt x="172919" y="386789"/>
                  </a:lnTo>
                  <a:cubicBezTo>
                    <a:pt x="164516" y="378386"/>
                    <a:pt x="158392" y="372266"/>
                    <a:pt x="153173" y="367836"/>
                  </a:cubicBezTo>
                  <a:cubicBezTo>
                    <a:pt x="147992" y="363437"/>
                    <a:pt x="143981" y="360952"/>
                    <a:pt x="139906" y="359628"/>
                  </a:cubicBezTo>
                  <a:cubicBezTo>
                    <a:pt x="132280" y="357151"/>
                    <a:pt x="124066" y="357151"/>
                    <a:pt x="116440" y="359628"/>
                  </a:cubicBezTo>
                  <a:cubicBezTo>
                    <a:pt x="112364" y="360952"/>
                    <a:pt x="108354" y="363437"/>
                    <a:pt x="103173" y="367836"/>
                  </a:cubicBezTo>
                  <a:cubicBezTo>
                    <a:pt x="97954" y="372266"/>
                    <a:pt x="91829" y="378386"/>
                    <a:pt x="83426" y="386789"/>
                  </a:cubicBezTo>
                  <a:moveTo>
                    <a:pt x="20433" y="476392"/>
                  </a:moveTo>
                  <a:cubicBezTo>
                    <a:pt x="23563" y="486025"/>
                    <a:pt x="31916" y="494378"/>
                    <a:pt x="48623" y="511085"/>
                  </a:cubicBezTo>
                  <a:lnTo>
                    <a:pt x="80443" y="542905"/>
                  </a:lnTo>
                  <a:cubicBezTo>
                    <a:pt x="97150" y="559612"/>
                    <a:pt x="105503" y="567965"/>
                    <a:pt x="115136" y="571096"/>
                  </a:cubicBezTo>
                  <a:cubicBezTo>
                    <a:pt x="123609" y="573848"/>
                    <a:pt x="132736" y="573848"/>
                    <a:pt x="141209" y="571096"/>
                  </a:cubicBezTo>
                  <a:cubicBezTo>
                    <a:pt x="150842" y="567965"/>
                    <a:pt x="159196" y="559612"/>
                    <a:pt x="175903" y="542905"/>
                  </a:cubicBezTo>
                  <a:lnTo>
                    <a:pt x="207722" y="511085"/>
                  </a:lnTo>
                  <a:cubicBezTo>
                    <a:pt x="224429" y="494378"/>
                    <a:pt x="232783" y="486025"/>
                    <a:pt x="235913" y="476392"/>
                  </a:cubicBezTo>
                  <a:cubicBezTo>
                    <a:pt x="238666" y="467919"/>
                    <a:pt x="238666" y="458792"/>
                    <a:pt x="235913" y="450319"/>
                  </a:cubicBezTo>
                  <a:cubicBezTo>
                    <a:pt x="232783" y="440686"/>
                    <a:pt x="224429" y="432333"/>
                    <a:pt x="207722" y="415626"/>
                  </a:cubicBezTo>
                  <a:lnTo>
                    <a:pt x="175903" y="383806"/>
                  </a:lnTo>
                  <a:cubicBezTo>
                    <a:pt x="159196" y="367099"/>
                    <a:pt x="150842" y="358746"/>
                    <a:pt x="141209" y="355616"/>
                  </a:cubicBezTo>
                  <a:cubicBezTo>
                    <a:pt x="132736" y="352863"/>
                    <a:pt x="123609" y="352863"/>
                    <a:pt x="115136" y="355616"/>
                  </a:cubicBezTo>
                  <a:cubicBezTo>
                    <a:pt x="105503" y="358746"/>
                    <a:pt x="97150" y="367099"/>
                    <a:pt x="80443" y="383806"/>
                  </a:cubicBezTo>
                  <a:lnTo>
                    <a:pt x="48623" y="415626"/>
                  </a:lnTo>
                  <a:cubicBezTo>
                    <a:pt x="31916" y="432333"/>
                    <a:pt x="23563" y="440686"/>
                    <a:pt x="20433" y="450319"/>
                  </a:cubicBezTo>
                  <a:cubicBezTo>
                    <a:pt x="17680" y="458792"/>
                    <a:pt x="17680" y="467919"/>
                    <a:pt x="20433" y="476392"/>
                  </a:cubicBezTo>
                </a:path>
              </a:pathLst>
            </a:custGeom>
            <a:solidFill>
              <a:srgbClr val="999999">
                <a:alpha val="30000"/>
              </a:srgbClr>
            </a:solidFill>
          </p:spPr>
        </p:sp>
        <p:sp>
          <p:nvSpPr>
            <p:cNvPr id="173" name="shape173"/>
            <p:cNvSpPr/>
            <p:nvPr/>
          </p:nvSpPr>
          <p:spPr>
            <a:xfrm>
              <a:off x="2503974" y="809843"/>
              <a:ext cx="192000" cy="192000"/>
            </a:xfrm>
            <a:custGeom>
              <a:avLst/>
              <a:gdLst/>
              <a:ahLst/>
              <a:cxnLst/>
              <a:rect l="0" t="0" r="0" b="0"/>
              <a:pathLst>
                <a:path w="192000" h="192000">
                  <a:moveTo>
                    <a:pt x="85406" y="472474"/>
                  </a:moveTo>
                  <a:lnTo>
                    <a:pt x="118879" y="505946"/>
                  </a:lnTo>
                  <a:lnTo>
                    <a:pt x="118879" y="495683"/>
                  </a:lnTo>
                  <a:cubicBezTo>
                    <a:pt x="118879" y="490628"/>
                    <a:pt x="122977" y="486530"/>
                    <a:pt x="128032" y="486530"/>
                  </a:cubicBezTo>
                  <a:cubicBezTo>
                    <a:pt x="133087" y="486530"/>
                    <a:pt x="137185" y="490628"/>
                    <a:pt x="137185" y="495683"/>
                  </a:cubicBezTo>
                  <a:lnTo>
                    <a:pt x="137185" y="516995"/>
                  </a:lnTo>
                  <a:cubicBezTo>
                    <a:pt x="137185" y="529227"/>
                    <a:pt x="122396" y="535353"/>
                    <a:pt x="113747" y="526703"/>
                  </a:cubicBezTo>
                  <a:lnTo>
                    <a:pt x="64649" y="477607"/>
                  </a:lnTo>
                  <a:cubicBezTo>
                    <a:pt x="56000" y="468957"/>
                    <a:pt x="62126" y="454168"/>
                    <a:pt x="74357" y="454168"/>
                  </a:cubicBezTo>
                  <a:lnTo>
                    <a:pt x="170657" y="454168"/>
                  </a:lnTo>
                  <a:lnTo>
                    <a:pt x="137185" y="420696"/>
                  </a:lnTo>
                  <a:lnTo>
                    <a:pt x="137185" y="430960"/>
                  </a:lnTo>
                  <a:cubicBezTo>
                    <a:pt x="137185" y="436015"/>
                    <a:pt x="133087" y="440113"/>
                    <a:pt x="128032" y="440113"/>
                  </a:cubicBezTo>
                  <a:cubicBezTo>
                    <a:pt x="122977" y="440113"/>
                    <a:pt x="118879" y="436015"/>
                    <a:pt x="118879" y="430960"/>
                  </a:cubicBezTo>
                  <a:lnTo>
                    <a:pt x="118879" y="409648"/>
                  </a:lnTo>
                  <a:cubicBezTo>
                    <a:pt x="118879" y="397415"/>
                    <a:pt x="133667" y="391289"/>
                    <a:pt x="142316" y="399939"/>
                  </a:cubicBezTo>
                  <a:lnTo>
                    <a:pt x="191414" y="449036"/>
                  </a:lnTo>
                  <a:cubicBezTo>
                    <a:pt x="200063" y="457685"/>
                    <a:pt x="193937" y="472474"/>
                    <a:pt x="181706" y="472474"/>
                  </a:cubicBezTo>
                  <a:lnTo>
                    <a:pt x="85406" y="472474"/>
                  </a:lnTo>
                </a:path>
              </a:pathLst>
            </a:custGeom>
            <a:solidFill>
              <a:srgbClr val="999999">
                <a:alpha val="30000"/>
              </a:srgbClr>
            </a:solidFill>
          </p:spPr>
        </p:sp>
        <p:sp>
          <p:nvSpPr>
            <p:cNvPr id="174" name="shape174"/>
            <p:cNvSpPr/>
            <p:nvPr/>
          </p:nvSpPr>
          <p:spPr>
            <a:xfrm>
              <a:off x="2503974" y="809843"/>
              <a:ext cx="2760000" cy="2760000"/>
            </a:xfrm>
            <a:custGeom>
              <a:avLst/>
              <a:gdLst/>
              <a:ahLst/>
              <a:cxnLst/>
              <a:rect l="0" t="0" r="0" b="0"/>
              <a:pathLst>
                <a:path w="2760000" h="2760000">
                  <a:moveTo>
                    <a:pt x="174745" y="308150"/>
                  </a:moveTo>
                  <a:cubicBezTo>
                    <a:pt x="179624" y="318332"/>
                    <a:pt x="182488" y="330530"/>
                    <a:pt x="182488" y="340076"/>
                  </a:cubicBezTo>
                  <a:cubicBezTo>
                    <a:pt x="185140" y="340500"/>
                    <a:pt x="190284" y="342250"/>
                    <a:pt x="192405" y="343205"/>
                  </a:cubicBezTo>
                  <a:cubicBezTo>
                    <a:pt x="192299" y="340659"/>
                    <a:pt x="192034" y="337954"/>
                    <a:pt x="191716" y="335197"/>
                  </a:cubicBezTo>
                  <a:lnTo>
                    <a:pt x="218975" y="362456"/>
                  </a:lnTo>
                  <a:lnTo>
                    <a:pt x="225127" y="356304"/>
                  </a:lnTo>
                  <a:lnTo>
                    <a:pt x="188269" y="319446"/>
                  </a:lnTo>
                  <a:cubicBezTo>
                    <a:pt x="186677" y="314143"/>
                    <a:pt x="184715" y="308892"/>
                    <a:pt x="182488" y="304013"/>
                  </a:cubicBezTo>
                  <a:lnTo>
                    <a:pt x="174745" y="308150"/>
                  </a:lnTo>
                  <a:moveTo>
                    <a:pt x="233400" y="332863"/>
                  </a:moveTo>
                  <a:cubicBezTo>
                    <a:pt x="230377" y="335886"/>
                    <a:pt x="227831" y="336841"/>
                    <a:pt x="225869" y="334879"/>
                  </a:cubicBezTo>
                  <a:cubicBezTo>
                    <a:pt x="223217" y="332227"/>
                    <a:pt x="220778" y="327029"/>
                    <a:pt x="217437" y="279883"/>
                  </a:cubicBezTo>
                  <a:cubicBezTo>
                    <a:pt x="217437" y="279247"/>
                    <a:pt x="217384" y="278557"/>
                    <a:pt x="217225" y="278080"/>
                  </a:cubicBezTo>
                  <a:lnTo>
                    <a:pt x="211126" y="279936"/>
                  </a:lnTo>
                  <a:lnTo>
                    <a:pt x="209906" y="281580"/>
                  </a:lnTo>
                  <a:lnTo>
                    <a:pt x="186412" y="305074"/>
                  </a:lnTo>
                  <a:lnTo>
                    <a:pt x="192352" y="311014"/>
                  </a:lnTo>
                  <a:lnTo>
                    <a:pt x="209747" y="293619"/>
                  </a:lnTo>
                  <a:cubicBezTo>
                    <a:pt x="213565" y="333181"/>
                    <a:pt x="216482" y="338113"/>
                    <a:pt x="220247" y="341879"/>
                  </a:cubicBezTo>
                  <a:cubicBezTo>
                    <a:pt x="225179" y="346811"/>
                    <a:pt x="231809" y="346652"/>
                    <a:pt x="239711" y="338750"/>
                  </a:cubicBezTo>
                  <a:lnTo>
                    <a:pt x="250264" y="328196"/>
                  </a:lnTo>
                  <a:cubicBezTo>
                    <a:pt x="256894" y="321567"/>
                    <a:pt x="256946" y="316847"/>
                    <a:pt x="246128" y="304544"/>
                  </a:cubicBezTo>
                  <a:cubicBezTo>
                    <a:pt x="244112" y="306028"/>
                    <a:pt x="241090" y="307354"/>
                    <a:pt x="238544" y="308097"/>
                  </a:cubicBezTo>
                  <a:cubicBezTo>
                    <a:pt x="246658" y="316847"/>
                    <a:pt x="247241" y="319022"/>
                    <a:pt x="244643" y="321620"/>
                  </a:cubicBezTo>
                  <a:lnTo>
                    <a:pt x="233400" y="332863"/>
                  </a:lnTo>
                  <a:moveTo>
                    <a:pt x="292478" y="274208"/>
                  </a:moveTo>
                  <a:lnTo>
                    <a:pt x="290887" y="267421"/>
                  </a:lnTo>
                  <a:cubicBezTo>
                    <a:pt x="283622" y="270974"/>
                    <a:pt x="272750" y="278027"/>
                    <a:pt x="264848" y="284444"/>
                  </a:cubicBezTo>
                  <a:lnTo>
                    <a:pt x="266068" y="291391"/>
                  </a:lnTo>
                  <a:cubicBezTo>
                    <a:pt x="273864" y="285187"/>
                    <a:pt x="284365" y="278504"/>
                    <a:pt x="291577" y="275110"/>
                  </a:cubicBezTo>
                  <a:lnTo>
                    <a:pt x="266492" y="300195"/>
                  </a:lnTo>
                  <a:lnTo>
                    <a:pt x="250795" y="284497"/>
                  </a:lnTo>
                  <a:cubicBezTo>
                    <a:pt x="252969" y="284869"/>
                    <a:pt x="255727" y="285717"/>
                    <a:pt x="257371" y="286513"/>
                  </a:cubicBezTo>
                  <a:cubicBezTo>
                    <a:pt x="259545" y="282959"/>
                    <a:pt x="261613" y="279088"/>
                    <a:pt x="263363" y="275110"/>
                  </a:cubicBezTo>
                  <a:lnTo>
                    <a:pt x="264106" y="279777"/>
                  </a:lnTo>
                  <a:cubicBezTo>
                    <a:pt x="269515" y="276277"/>
                    <a:pt x="277046" y="272564"/>
                    <a:pt x="281607" y="270868"/>
                  </a:cubicBezTo>
                  <a:lnTo>
                    <a:pt x="280281" y="264451"/>
                  </a:lnTo>
                  <a:cubicBezTo>
                    <a:pt x="275985" y="266095"/>
                    <a:pt x="269462" y="269542"/>
                    <a:pt x="264371" y="272830"/>
                  </a:cubicBezTo>
                  <a:cubicBezTo>
                    <a:pt x="265166" y="270761"/>
                    <a:pt x="265962" y="268693"/>
                    <a:pt x="266599" y="266572"/>
                  </a:cubicBezTo>
                  <a:cubicBezTo>
                    <a:pt x="272803" y="264610"/>
                    <a:pt x="278902" y="261693"/>
                    <a:pt x="284470" y="258034"/>
                  </a:cubicBezTo>
                  <a:cubicBezTo>
                    <a:pt x="283940" y="256337"/>
                    <a:pt x="283410" y="253473"/>
                    <a:pt x="283251" y="251192"/>
                  </a:cubicBezTo>
                  <a:lnTo>
                    <a:pt x="299373" y="267314"/>
                  </a:lnTo>
                  <a:lnTo>
                    <a:pt x="292478" y="274208"/>
                  </a:lnTo>
                  <a:moveTo>
                    <a:pt x="243529" y="254321"/>
                  </a:moveTo>
                  <a:cubicBezTo>
                    <a:pt x="244855" y="260845"/>
                    <a:pt x="244271" y="268852"/>
                    <a:pt x="242416" y="275588"/>
                  </a:cubicBezTo>
                  <a:cubicBezTo>
                    <a:pt x="244430" y="275269"/>
                    <a:pt x="248302" y="275110"/>
                    <a:pt x="250264" y="275163"/>
                  </a:cubicBezTo>
                  <a:cubicBezTo>
                    <a:pt x="250636" y="273413"/>
                    <a:pt x="250954" y="271504"/>
                    <a:pt x="251113" y="269542"/>
                  </a:cubicBezTo>
                  <a:cubicBezTo>
                    <a:pt x="253287" y="269489"/>
                    <a:pt x="255568" y="269224"/>
                    <a:pt x="257954" y="268852"/>
                  </a:cubicBezTo>
                  <a:cubicBezTo>
                    <a:pt x="255779" y="273890"/>
                    <a:pt x="252916" y="278981"/>
                    <a:pt x="249840" y="283543"/>
                  </a:cubicBezTo>
                  <a:lnTo>
                    <a:pt x="232074" y="265777"/>
                  </a:lnTo>
                  <a:lnTo>
                    <a:pt x="243529" y="254321"/>
                  </a:lnTo>
                  <a:moveTo>
                    <a:pt x="262621" y="252624"/>
                  </a:moveTo>
                  <a:cubicBezTo>
                    <a:pt x="262303" y="255382"/>
                    <a:pt x="261772" y="258246"/>
                    <a:pt x="260712" y="261215"/>
                  </a:cubicBezTo>
                  <a:cubicBezTo>
                    <a:pt x="257848" y="262170"/>
                    <a:pt x="255037" y="262648"/>
                    <a:pt x="252439" y="262807"/>
                  </a:cubicBezTo>
                  <a:lnTo>
                    <a:pt x="262621" y="252624"/>
                  </a:lnTo>
                  <a:moveTo>
                    <a:pt x="282455" y="250397"/>
                  </a:moveTo>
                  <a:cubicBezTo>
                    <a:pt x="278107" y="253367"/>
                    <a:pt x="273440" y="256124"/>
                    <a:pt x="268826" y="258193"/>
                  </a:cubicBezTo>
                  <a:cubicBezTo>
                    <a:pt x="269939" y="252094"/>
                    <a:pt x="270205" y="246101"/>
                    <a:pt x="269038" y="240692"/>
                  </a:cubicBezTo>
                  <a:lnTo>
                    <a:pt x="263363" y="242124"/>
                  </a:lnTo>
                  <a:lnTo>
                    <a:pt x="262674" y="243238"/>
                  </a:lnTo>
                  <a:lnTo>
                    <a:pt x="251113" y="254798"/>
                  </a:lnTo>
                  <a:cubicBezTo>
                    <a:pt x="250954" y="253367"/>
                    <a:pt x="250688" y="251935"/>
                    <a:pt x="250423" y="250609"/>
                  </a:cubicBezTo>
                  <a:lnTo>
                    <a:pt x="244325" y="253526"/>
                  </a:lnTo>
                  <a:lnTo>
                    <a:pt x="264955" y="232896"/>
                  </a:lnTo>
                  <a:lnTo>
                    <a:pt x="282455" y="250397"/>
                  </a:lnTo>
                  <a:moveTo>
                    <a:pt x="220354" y="266147"/>
                  </a:moveTo>
                  <a:lnTo>
                    <a:pt x="267924" y="313718"/>
                  </a:lnTo>
                  <a:lnTo>
                    <a:pt x="273970" y="307673"/>
                  </a:lnTo>
                  <a:lnTo>
                    <a:pt x="272061" y="305764"/>
                  </a:lnTo>
                  <a:lnTo>
                    <a:pt x="304941" y="272883"/>
                  </a:lnTo>
                  <a:lnTo>
                    <a:pt x="306850" y="274792"/>
                  </a:lnTo>
                  <a:lnTo>
                    <a:pt x="313214" y="268428"/>
                  </a:lnTo>
                  <a:lnTo>
                    <a:pt x="265644" y="220858"/>
                  </a:lnTo>
                  <a:lnTo>
                    <a:pt x="220354" y="266147"/>
                  </a:lnTo>
                  <a:moveTo>
                    <a:pt x="303244" y="231941"/>
                  </a:moveTo>
                  <a:cubicBezTo>
                    <a:pt x="301494" y="230085"/>
                    <a:pt x="299797" y="228388"/>
                    <a:pt x="298312" y="226903"/>
                  </a:cubicBezTo>
                  <a:lnTo>
                    <a:pt x="296350" y="224941"/>
                  </a:lnTo>
                  <a:lnTo>
                    <a:pt x="300539" y="220751"/>
                  </a:lnTo>
                  <a:lnTo>
                    <a:pt x="307487" y="227699"/>
                  </a:lnTo>
                  <a:lnTo>
                    <a:pt x="303244" y="231941"/>
                  </a:lnTo>
                  <a:moveTo>
                    <a:pt x="287864" y="208076"/>
                  </a:moveTo>
                  <a:lnTo>
                    <a:pt x="295448" y="215660"/>
                  </a:lnTo>
                  <a:lnTo>
                    <a:pt x="291259" y="219850"/>
                  </a:lnTo>
                  <a:lnTo>
                    <a:pt x="283675" y="212266"/>
                  </a:lnTo>
                  <a:lnTo>
                    <a:pt x="287864" y="208076"/>
                  </a:lnTo>
                  <a:moveTo>
                    <a:pt x="288236" y="197947"/>
                  </a:moveTo>
                  <a:lnTo>
                    <a:pt x="273334" y="212849"/>
                  </a:lnTo>
                  <a:lnTo>
                    <a:pt x="292903" y="232418"/>
                  </a:lnTo>
                  <a:cubicBezTo>
                    <a:pt x="300380" y="239896"/>
                    <a:pt x="310403" y="250344"/>
                    <a:pt x="314699" y="260155"/>
                  </a:cubicBezTo>
                  <a:cubicBezTo>
                    <a:pt x="316396" y="259519"/>
                    <a:pt x="320798" y="259041"/>
                    <a:pt x="322760" y="259201"/>
                  </a:cubicBezTo>
                  <a:cubicBezTo>
                    <a:pt x="319949" y="252147"/>
                    <a:pt x="314116" y="244298"/>
                    <a:pt x="308229" y="237457"/>
                  </a:cubicBezTo>
                  <a:lnTo>
                    <a:pt x="312737" y="232949"/>
                  </a:lnTo>
                  <a:lnTo>
                    <a:pt x="323980" y="244192"/>
                  </a:lnTo>
                  <a:cubicBezTo>
                    <a:pt x="324616" y="244828"/>
                    <a:pt x="324616" y="245147"/>
                    <a:pt x="324086" y="245783"/>
                  </a:cubicBezTo>
                  <a:cubicBezTo>
                    <a:pt x="323503" y="246367"/>
                    <a:pt x="321965" y="247904"/>
                    <a:pt x="320268" y="249389"/>
                  </a:cubicBezTo>
                  <a:cubicBezTo>
                    <a:pt x="322442" y="250185"/>
                    <a:pt x="325677" y="251935"/>
                    <a:pt x="327321" y="253261"/>
                  </a:cubicBezTo>
                  <a:cubicBezTo>
                    <a:pt x="330132" y="250450"/>
                    <a:pt x="331988" y="248381"/>
                    <a:pt x="332465" y="245889"/>
                  </a:cubicBezTo>
                  <a:cubicBezTo>
                    <a:pt x="333049" y="243503"/>
                    <a:pt x="331829" y="241540"/>
                    <a:pt x="329284" y="238995"/>
                  </a:cubicBezTo>
                  <a:lnTo>
                    <a:pt x="288236" y="197947"/>
                  </a:lnTo>
                  <a:moveTo>
                    <a:pt x="336019" y="229396"/>
                  </a:moveTo>
                  <a:lnTo>
                    <a:pt x="331193" y="224570"/>
                  </a:lnTo>
                  <a:cubicBezTo>
                    <a:pt x="333420" y="224570"/>
                    <a:pt x="336178" y="224676"/>
                    <a:pt x="337556" y="224994"/>
                  </a:cubicBezTo>
                  <a:cubicBezTo>
                    <a:pt x="337504" y="220804"/>
                    <a:pt x="336761" y="216244"/>
                    <a:pt x="335541" y="211630"/>
                  </a:cubicBezTo>
                  <a:cubicBezTo>
                    <a:pt x="339413" y="212319"/>
                    <a:pt x="342966" y="213115"/>
                    <a:pt x="345617" y="214069"/>
                  </a:cubicBezTo>
                  <a:lnTo>
                    <a:pt x="346360" y="207175"/>
                  </a:lnTo>
                  <a:lnTo>
                    <a:pt x="352300" y="213115"/>
                  </a:lnTo>
                  <a:lnTo>
                    <a:pt x="336019" y="229396"/>
                  </a:lnTo>
                  <a:moveTo>
                    <a:pt x="315707" y="209084"/>
                  </a:moveTo>
                  <a:cubicBezTo>
                    <a:pt x="319472" y="209350"/>
                    <a:pt x="323503" y="209774"/>
                    <a:pt x="327427" y="210304"/>
                  </a:cubicBezTo>
                  <a:cubicBezTo>
                    <a:pt x="328700" y="214652"/>
                    <a:pt x="329495" y="218948"/>
                    <a:pt x="329549" y="222926"/>
                  </a:cubicBezTo>
                  <a:lnTo>
                    <a:pt x="315707" y="209084"/>
                  </a:lnTo>
                  <a:moveTo>
                    <a:pt x="344716" y="205531"/>
                  </a:moveTo>
                  <a:cubicBezTo>
                    <a:pt x="341428" y="204682"/>
                    <a:pt x="337345" y="203993"/>
                    <a:pt x="332996" y="203462"/>
                  </a:cubicBezTo>
                  <a:cubicBezTo>
                    <a:pt x="330928" y="197894"/>
                    <a:pt x="328223" y="192326"/>
                    <a:pt x="325200" y="186970"/>
                  </a:cubicBezTo>
                  <a:lnTo>
                    <a:pt x="318783" y="190947"/>
                  </a:lnTo>
                  <a:cubicBezTo>
                    <a:pt x="321063" y="194712"/>
                    <a:pt x="323026" y="198584"/>
                    <a:pt x="324722" y="202508"/>
                  </a:cubicBezTo>
                  <a:cubicBezTo>
                    <a:pt x="321382" y="202243"/>
                    <a:pt x="318146" y="202084"/>
                    <a:pt x="315176" y="201978"/>
                  </a:cubicBezTo>
                  <a:lnTo>
                    <a:pt x="314381" y="207758"/>
                  </a:lnTo>
                  <a:lnTo>
                    <a:pt x="311040" y="204417"/>
                  </a:lnTo>
                  <a:lnTo>
                    <a:pt x="305206" y="210251"/>
                  </a:lnTo>
                  <a:lnTo>
                    <a:pt x="336019" y="241063"/>
                  </a:lnTo>
                  <a:lnTo>
                    <a:pt x="358133" y="218948"/>
                  </a:lnTo>
                  <a:lnTo>
                    <a:pt x="360308" y="221123"/>
                  </a:lnTo>
                  <a:lnTo>
                    <a:pt x="366088" y="215342"/>
                  </a:lnTo>
                  <a:lnTo>
                    <a:pt x="333049" y="182302"/>
                  </a:lnTo>
                  <a:lnTo>
                    <a:pt x="327268" y="188083"/>
                  </a:lnTo>
                  <a:lnTo>
                    <a:pt x="344716" y="205531"/>
                  </a:lnTo>
                  <a:moveTo>
                    <a:pt x="313904" y="183204"/>
                  </a:moveTo>
                  <a:cubicBezTo>
                    <a:pt x="310828" y="182038"/>
                    <a:pt x="305949" y="180764"/>
                    <a:pt x="302290" y="179863"/>
                  </a:cubicBezTo>
                  <a:lnTo>
                    <a:pt x="298577" y="187394"/>
                  </a:lnTo>
                  <a:cubicBezTo>
                    <a:pt x="301176" y="188189"/>
                    <a:pt x="304305" y="189091"/>
                    <a:pt x="307010" y="190099"/>
                  </a:cubicBezTo>
                  <a:lnTo>
                    <a:pt x="295024" y="202084"/>
                  </a:lnTo>
                  <a:lnTo>
                    <a:pt x="300911" y="207970"/>
                  </a:lnTo>
                  <a:lnTo>
                    <a:pt x="331087" y="177794"/>
                  </a:lnTo>
                  <a:lnTo>
                    <a:pt x="325200" y="171908"/>
                  </a:lnTo>
                  <a:lnTo>
                    <a:pt x="313904" y="183204"/>
                  </a:lnTo>
                  <a:moveTo>
                    <a:pt x="398545" y="168143"/>
                  </a:moveTo>
                  <a:lnTo>
                    <a:pt x="396953" y="161354"/>
                  </a:lnTo>
                  <a:cubicBezTo>
                    <a:pt x="389688" y="164908"/>
                    <a:pt x="378816" y="171961"/>
                    <a:pt x="370914" y="178378"/>
                  </a:cubicBezTo>
                  <a:lnTo>
                    <a:pt x="372134" y="185326"/>
                  </a:lnTo>
                  <a:cubicBezTo>
                    <a:pt x="379930" y="179120"/>
                    <a:pt x="390430" y="172438"/>
                    <a:pt x="397643" y="169044"/>
                  </a:cubicBezTo>
                  <a:lnTo>
                    <a:pt x="372559" y="194129"/>
                  </a:lnTo>
                  <a:lnTo>
                    <a:pt x="356861" y="178431"/>
                  </a:lnTo>
                  <a:cubicBezTo>
                    <a:pt x="359035" y="178802"/>
                    <a:pt x="361793" y="179651"/>
                    <a:pt x="363437" y="180446"/>
                  </a:cubicBezTo>
                  <a:cubicBezTo>
                    <a:pt x="365611" y="176893"/>
                    <a:pt x="367679" y="173022"/>
                    <a:pt x="369430" y="169044"/>
                  </a:cubicBezTo>
                  <a:lnTo>
                    <a:pt x="370172" y="173711"/>
                  </a:lnTo>
                  <a:cubicBezTo>
                    <a:pt x="375581" y="170211"/>
                    <a:pt x="383112" y="166499"/>
                    <a:pt x="387673" y="164801"/>
                  </a:cubicBezTo>
                  <a:lnTo>
                    <a:pt x="386347" y="158384"/>
                  </a:lnTo>
                  <a:cubicBezTo>
                    <a:pt x="382051" y="160028"/>
                    <a:pt x="375528" y="163476"/>
                    <a:pt x="370437" y="166764"/>
                  </a:cubicBezTo>
                  <a:cubicBezTo>
                    <a:pt x="371233" y="164696"/>
                    <a:pt x="372028" y="162627"/>
                    <a:pt x="372664" y="160506"/>
                  </a:cubicBezTo>
                  <a:cubicBezTo>
                    <a:pt x="378869" y="158543"/>
                    <a:pt x="384968" y="155627"/>
                    <a:pt x="390536" y="151967"/>
                  </a:cubicBezTo>
                  <a:cubicBezTo>
                    <a:pt x="390006" y="150271"/>
                    <a:pt x="389476" y="147407"/>
                    <a:pt x="389317" y="145126"/>
                  </a:cubicBezTo>
                  <a:lnTo>
                    <a:pt x="405439" y="161248"/>
                  </a:lnTo>
                  <a:lnTo>
                    <a:pt x="398545" y="168143"/>
                  </a:lnTo>
                  <a:moveTo>
                    <a:pt x="349595" y="148255"/>
                  </a:moveTo>
                  <a:cubicBezTo>
                    <a:pt x="350921" y="154778"/>
                    <a:pt x="350338" y="162787"/>
                    <a:pt x="348481" y="169522"/>
                  </a:cubicBezTo>
                  <a:cubicBezTo>
                    <a:pt x="350497" y="169204"/>
                    <a:pt x="354368" y="169044"/>
                    <a:pt x="356330" y="169097"/>
                  </a:cubicBezTo>
                  <a:cubicBezTo>
                    <a:pt x="356701" y="167347"/>
                    <a:pt x="357020" y="165438"/>
                    <a:pt x="357179" y="163476"/>
                  </a:cubicBezTo>
                  <a:cubicBezTo>
                    <a:pt x="359353" y="163423"/>
                    <a:pt x="361634" y="163157"/>
                    <a:pt x="364020" y="162787"/>
                  </a:cubicBezTo>
                  <a:cubicBezTo>
                    <a:pt x="361846" y="167824"/>
                    <a:pt x="358982" y="172916"/>
                    <a:pt x="355906" y="177476"/>
                  </a:cubicBezTo>
                  <a:lnTo>
                    <a:pt x="338140" y="159710"/>
                  </a:lnTo>
                  <a:lnTo>
                    <a:pt x="349595" y="148255"/>
                  </a:lnTo>
                  <a:moveTo>
                    <a:pt x="368687" y="146558"/>
                  </a:moveTo>
                  <a:cubicBezTo>
                    <a:pt x="368369" y="149316"/>
                    <a:pt x="367838" y="152180"/>
                    <a:pt x="366778" y="155150"/>
                  </a:cubicBezTo>
                  <a:cubicBezTo>
                    <a:pt x="363914" y="156104"/>
                    <a:pt x="361103" y="156581"/>
                    <a:pt x="358505" y="156740"/>
                  </a:cubicBezTo>
                  <a:lnTo>
                    <a:pt x="368687" y="146558"/>
                  </a:lnTo>
                  <a:moveTo>
                    <a:pt x="388521" y="144331"/>
                  </a:moveTo>
                  <a:cubicBezTo>
                    <a:pt x="384173" y="147301"/>
                    <a:pt x="379505" y="150058"/>
                    <a:pt x="374892" y="152126"/>
                  </a:cubicBezTo>
                  <a:cubicBezTo>
                    <a:pt x="376006" y="146028"/>
                    <a:pt x="376271" y="140035"/>
                    <a:pt x="375104" y="134626"/>
                  </a:cubicBezTo>
                  <a:lnTo>
                    <a:pt x="369430" y="136058"/>
                  </a:lnTo>
                  <a:lnTo>
                    <a:pt x="368740" y="137171"/>
                  </a:lnTo>
                  <a:lnTo>
                    <a:pt x="357179" y="148733"/>
                  </a:lnTo>
                  <a:cubicBezTo>
                    <a:pt x="357020" y="147301"/>
                    <a:pt x="356755" y="145869"/>
                    <a:pt x="356489" y="144543"/>
                  </a:cubicBezTo>
                  <a:lnTo>
                    <a:pt x="350390" y="147460"/>
                  </a:lnTo>
                  <a:lnTo>
                    <a:pt x="371020" y="126830"/>
                  </a:lnTo>
                  <a:lnTo>
                    <a:pt x="388521" y="144331"/>
                  </a:lnTo>
                  <a:moveTo>
                    <a:pt x="326420" y="160082"/>
                  </a:moveTo>
                  <a:lnTo>
                    <a:pt x="373990" y="207652"/>
                  </a:lnTo>
                  <a:lnTo>
                    <a:pt x="380036" y="201607"/>
                  </a:lnTo>
                  <a:lnTo>
                    <a:pt x="378127" y="199697"/>
                  </a:lnTo>
                  <a:lnTo>
                    <a:pt x="411007" y="166817"/>
                  </a:lnTo>
                  <a:lnTo>
                    <a:pt x="412916" y="168726"/>
                  </a:lnTo>
                  <a:lnTo>
                    <a:pt x="419281" y="162362"/>
                  </a:lnTo>
                  <a:lnTo>
                    <a:pt x="371710" y="114791"/>
                  </a:lnTo>
                  <a:lnTo>
                    <a:pt x="326420" y="160082"/>
                  </a:lnTo>
                  <a:moveTo>
                    <a:pt x="274765" y="424822"/>
                  </a:moveTo>
                  <a:lnTo>
                    <a:pt x="281819" y="417769"/>
                  </a:lnTo>
                  <a:lnTo>
                    <a:pt x="265432" y="401382"/>
                  </a:lnTo>
                  <a:cubicBezTo>
                    <a:pt x="261719" y="397670"/>
                    <a:pt x="255620" y="392843"/>
                    <a:pt x="251537" y="389503"/>
                  </a:cubicBezTo>
                  <a:lnTo>
                    <a:pt x="251749" y="389290"/>
                  </a:lnTo>
                  <a:lnTo>
                    <a:pt x="264106" y="395389"/>
                  </a:lnTo>
                  <a:lnTo>
                    <a:pt x="286698" y="405784"/>
                  </a:lnTo>
                  <a:lnTo>
                    <a:pt x="291206" y="401276"/>
                  </a:lnTo>
                  <a:lnTo>
                    <a:pt x="280758" y="378737"/>
                  </a:lnTo>
                  <a:lnTo>
                    <a:pt x="274712" y="366327"/>
                  </a:lnTo>
                  <a:lnTo>
                    <a:pt x="274978" y="366062"/>
                  </a:lnTo>
                  <a:cubicBezTo>
                    <a:pt x="278266" y="370198"/>
                    <a:pt x="283145" y="376244"/>
                    <a:pt x="286857" y="379957"/>
                  </a:cubicBezTo>
                  <a:lnTo>
                    <a:pt x="303244" y="396344"/>
                  </a:lnTo>
                  <a:lnTo>
                    <a:pt x="310403" y="389184"/>
                  </a:lnTo>
                  <a:lnTo>
                    <a:pt x="271106" y="349887"/>
                  </a:lnTo>
                  <a:lnTo>
                    <a:pt x="262409" y="358584"/>
                  </a:lnTo>
                  <a:lnTo>
                    <a:pt x="274288" y="383510"/>
                  </a:lnTo>
                  <a:cubicBezTo>
                    <a:pt x="275879" y="386798"/>
                    <a:pt x="277789" y="390086"/>
                    <a:pt x="279433" y="393427"/>
                  </a:cubicBezTo>
                  <a:lnTo>
                    <a:pt x="279167" y="393692"/>
                  </a:lnTo>
                  <a:cubicBezTo>
                    <a:pt x="275879" y="391995"/>
                    <a:pt x="272538" y="390139"/>
                    <a:pt x="269250" y="388548"/>
                  </a:cubicBezTo>
                  <a:lnTo>
                    <a:pt x="244165" y="376828"/>
                  </a:lnTo>
                  <a:lnTo>
                    <a:pt x="235468" y="385525"/>
                  </a:lnTo>
                  <a:lnTo>
                    <a:pt x="274765" y="424822"/>
                  </a:lnTo>
                  <a:moveTo>
                    <a:pt x="319394" y="380194"/>
                  </a:moveTo>
                  <a:lnTo>
                    <a:pt x="327190" y="372398"/>
                  </a:lnTo>
                  <a:lnTo>
                    <a:pt x="297491" y="342700"/>
                  </a:lnTo>
                  <a:lnTo>
                    <a:pt x="289695" y="350496"/>
                  </a:lnTo>
                  <a:lnTo>
                    <a:pt x="319394" y="380194"/>
                  </a:lnTo>
                  <a:moveTo>
                    <a:pt x="288847" y="341798"/>
                  </a:moveTo>
                  <a:cubicBezTo>
                    <a:pt x="291498" y="339147"/>
                    <a:pt x="291657" y="335594"/>
                    <a:pt x="289058" y="332995"/>
                  </a:cubicBezTo>
                  <a:cubicBezTo>
                    <a:pt x="286513" y="330449"/>
                    <a:pt x="282960" y="330608"/>
                    <a:pt x="280308" y="333260"/>
                  </a:cubicBezTo>
                  <a:cubicBezTo>
                    <a:pt x="277604" y="335965"/>
                    <a:pt x="277444" y="339518"/>
                    <a:pt x="279990" y="342064"/>
                  </a:cubicBezTo>
                  <a:cubicBezTo>
                    <a:pt x="282589" y="344662"/>
                    <a:pt x="286142" y="344503"/>
                    <a:pt x="288847" y="341798"/>
                  </a:cubicBezTo>
                  <a:moveTo>
                    <a:pt x="335500" y="364088"/>
                  </a:moveTo>
                  <a:lnTo>
                    <a:pt x="343296" y="356292"/>
                  </a:lnTo>
                  <a:lnTo>
                    <a:pt x="322879" y="335874"/>
                  </a:lnTo>
                  <a:cubicBezTo>
                    <a:pt x="322879" y="331525"/>
                    <a:pt x="323249" y="328820"/>
                    <a:pt x="325689" y="326381"/>
                  </a:cubicBezTo>
                  <a:cubicBezTo>
                    <a:pt x="328606" y="323464"/>
                    <a:pt x="331470" y="323783"/>
                    <a:pt x="336083" y="328396"/>
                  </a:cubicBezTo>
                  <a:lnTo>
                    <a:pt x="353638" y="345950"/>
                  </a:lnTo>
                  <a:lnTo>
                    <a:pt x="361433" y="338155"/>
                  </a:lnTo>
                  <a:lnTo>
                    <a:pt x="342925" y="319646"/>
                  </a:lnTo>
                  <a:cubicBezTo>
                    <a:pt x="335447" y="312169"/>
                    <a:pt x="328235" y="310471"/>
                    <a:pt x="321818" y="316888"/>
                  </a:cubicBezTo>
                  <a:cubicBezTo>
                    <a:pt x="317787" y="320919"/>
                    <a:pt x="316886" y="326063"/>
                    <a:pt x="316832" y="331207"/>
                  </a:cubicBezTo>
                  <a:lnTo>
                    <a:pt x="316673" y="331366"/>
                  </a:lnTo>
                  <a:lnTo>
                    <a:pt x="312166" y="328025"/>
                  </a:lnTo>
                  <a:lnTo>
                    <a:pt x="305802" y="334389"/>
                  </a:lnTo>
                  <a:lnTo>
                    <a:pt x="335500" y="364088"/>
                  </a:lnTo>
                  <a:moveTo>
                    <a:pt x="380665" y="320408"/>
                  </a:moveTo>
                  <a:cubicBezTo>
                    <a:pt x="383740" y="317332"/>
                    <a:pt x="385013" y="312665"/>
                    <a:pt x="385066" y="308370"/>
                  </a:cubicBezTo>
                  <a:lnTo>
                    <a:pt x="385279" y="308158"/>
                  </a:lnTo>
                  <a:lnTo>
                    <a:pt x="388937" y="310650"/>
                  </a:lnTo>
                  <a:lnTo>
                    <a:pt x="395249" y="304339"/>
                  </a:lnTo>
                  <a:lnTo>
                    <a:pt x="352928" y="262019"/>
                  </a:lnTo>
                  <a:lnTo>
                    <a:pt x="345185" y="269762"/>
                  </a:lnTo>
                  <a:lnTo>
                    <a:pt x="355633" y="280209"/>
                  </a:lnTo>
                  <a:lnTo>
                    <a:pt x="360565" y="284611"/>
                  </a:lnTo>
                  <a:cubicBezTo>
                    <a:pt x="356482" y="284770"/>
                    <a:pt x="353140" y="285566"/>
                    <a:pt x="349799" y="288907"/>
                  </a:cubicBezTo>
                  <a:cubicBezTo>
                    <a:pt x="343382" y="295324"/>
                    <a:pt x="343276" y="307309"/>
                    <a:pt x="352928" y="316961"/>
                  </a:cubicBezTo>
                  <a:cubicBezTo>
                    <a:pt x="362686" y="326719"/>
                    <a:pt x="373293" y="327780"/>
                    <a:pt x="380665" y="320408"/>
                  </a:cubicBezTo>
                  <a:moveTo>
                    <a:pt x="376263" y="311976"/>
                  </a:moveTo>
                  <a:cubicBezTo>
                    <a:pt x="372338" y="315901"/>
                    <a:pt x="367035" y="315052"/>
                    <a:pt x="360883" y="308900"/>
                  </a:cubicBezTo>
                  <a:cubicBezTo>
                    <a:pt x="354943" y="302960"/>
                    <a:pt x="354572" y="296968"/>
                    <a:pt x="357913" y="293627"/>
                  </a:cubicBezTo>
                  <a:cubicBezTo>
                    <a:pt x="359770" y="291770"/>
                    <a:pt x="362262" y="290444"/>
                    <a:pt x="365709" y="290285"/>
                  </a:cubicBezTo>
                  <a:lnTo>
                    <a:pt x="378755" y="303332"/>
                  </a:lnTo>
                  <a:cubicBezTo>
                    <a:pt x="379232" y="307309"/>
                    <a:pt x="378331" y="309908"/>
                    <a:pt x="376263" y="311976"/>
                  </a:cubicBezTo>
                  <a:moveTo>
                    <a:pt x="404240" y="295348"/>
                  </a:moveTo>
                  <a:lnTo>
                    <a:pt x="411294" y="288294"/>
                  </a:lnTo>
                  <a:lnTo>
                    <a:pt x="394907" y="271907"/>
                  </a:lnTo>
                  <a:cubicBezTo>
                    <a:pt x="391195" y="268195"/>
                    <a:pt x="385096" y="263368"/>
                    <a:pt x="381012" y="260027"/>
                  </a:cubicBezTo>
                  <a:lnTo>
                    <a:pt x="381224" y="259815"/>
                  </a:lnTo>
                  <a:lnTo>
                    <a:pt x="393581" y="265914"/>
                  </a:lnTo>
                  <a:lnTo>
                    <a:pt x="416173" y="276308"/>
                  </a:lnTo>
                  <a:lnTo>
                    <a:pt x="420681" y="271801"/>
                  </a:lnTo>
                  <a:lnTo>
                    <a:pt x="410233" y="249262"/>
                  </a:lnTo>
                  <a:lnTo>
                    <a:pt x="404188" y="236852"/>
                  </a:lnTo>
                  <a:lnTo>
                    <a:pt x="404453" y="236587"/>
                  </a:lnTo>
                  <a:cubicBezTo>
                    <a:pt x="407741" y="240724"/>
                    <a:pt x="412620" y="246769"/>
                    <a:pt x="416332" y="250481"/>
                  </a:cubicBezTo>
                  <a:lnTo>
                    <a:pt x="432719" y="266869"/>
                  </a:lnTo>
                  <a:lnTo>
                    <a:pt x="439879" y="259709"/>
                  </a:lnTo>
                  <a:lnTo>
                    <a:pt x="400581" y="220412"/>
                  </a:lnTo>
                  <a:lnTo>
                    <a:pt x="391884" y="229109"/>
                  </a:lnTo>
                  <a:lnTo>
                    <a:pt x="403763" y="254035"/>
                  </a:lnTo>
                  <a:cubicBezTo>
                    <a:pt x="405354" y="257323"/>
                    <a:pt x="407263" y="260611"/>
                    <a:pt x="408907" y="263952"/>
                  </a:cubicBezTo>
                  <a:lnTo>
                    <a:pt x="408643" y="264217"/>
                  </a:lnTo>
                  <a:cubicBezTo>
                    <a:pt x="405354" y="262520"/>
                    <a:pt x="402013" y="260664"/>
                    <a:pt x="398725" y="259073"/>
                  </a:cubicBezTo>
                  <a:lnTo>
                    <a:pt x="373640" y="247352"/>
                  </a:lnTo>
                  <a:lnTo>
                    <a:pt x="364943" y="256050"/>
                  </a:lnTo>
                  <a:lnTo>
                    <a:pt x="404240" y="295348"/>
                  </a:lnTo>
                  <a:moveTo>
                    <a:pt x="456929" y="244143"/>
                  </a:moveTo>
                  <a:cubicBezTo>
                    <a:pt x="460324" y="240749"/>
                    <a:pt x="461597" y="236082"/>
                    <a:pt x="461968" y="231256"/>
                  </a:cubicBezTo>
                  <a:lnTo>
                    <a:pt x="462180" y="231044"/>
                  </a:lnTo>
                  <a:lnTo>
                    <a:pt x="465892" y="233696"/>
                  </a:lnTo>
                  <a:lnTo>
                    <a:pt x="472256" y="227332"/>
                  </a:lnTo>
                  <a:lnTo>
                    <a:pt x="454915" y="209990"/>
                  </a:lnTo>
                  <a:cubicBezTo>
                    <a:pt x="446323" y="201398"/>
                    <a:pt x="437944" y="200762"/>
                    <a:pt x="430413" y="208293"/>
                  </a:cubicBezTo>
                  <a:cubicBezTo>
                    <a:pt x="425746" y="212960"/>
                    <a:pt x="423254" y="218953"/>
                    <a:pt x="421928" y="224627"/>
                  </a:cubicBezTo>
                  <a:lnTo>
                    <a:pt x="429883" y="226960"/>
                  </a:lnTo>
                  <a:cubicBezTo>
                    <a:pt x="431050" y="222612"/>
                    <a:pt x="432481" y="218740"/>
                    <a:pt x="435239" y="215983"/>
                  </a:cubicBezTo>
                  <a:cubicBezTo>
                    <a:pt x="438898" y="212323"/>
                    <a:pt x="442399" y="213278"/>
                    <a:pt x="445475" y="216035"/>
                  </a:cubicBezTo>
                  <a:cubicBezTo>
                    <a:pt x="434762" y="229294"/>
                    <a:pt x="432959" y="237779"/>
                    <a:pt x="439323" y="244143"/>
                  </a:cubicBezTo>
                  <a:cubicBezTo>
                    <a:pt x="444361" y="249181"/>
                    <a:pt x="451627" y="249446"/>
                    <a:pt x="456929" y="244143"/>
                  </a:cubicBezTo>
                  <a:moveTo>
                    <a:pt x="453376" y="235499"/>
                  </a:moveTo>
                  <a:cubicBezTo>
                    <a:pt x="451096" y="237779"/>
                    <a:pt x="448444" y="238415"/>
                    <a:pt x="446111" y="236082"/>
                  </a:cubicBezTo>
                  <a:cubicBezTo>
                    <a:pt x="443459" y="233431"/>
                    <a:pt x="443884" y="228976"/>
                    <a:pt x="450248" y="220808"/>
                  </a:cubicBezTo>
                  <a:lnTo>
                    <a:pt x="456240" y="226801"/>
                  </a:lnTo>
                  <a:cubicBezTo>
                    <a:pt x="456187" y="230567"/>
                    <a:pt x="455604" y="233272"/>
                    <a:pt x="453376" y="235499"/>
                  </a:cubicBezTo>
                  <a:moveTo>
                    <a:pt x="489430" y="211643"/>
                  </a:moveTo>
                  <a:cubicBezTo>
                    <a:pt x="497172" y="203900"/>
                    <a:pt x="497066" y="195628"/>
                    <a:pt x="491869" y="190430"/>
                  </a:cubicBezTo>
                  <a:cubicBezTo>
                    <a:pt x="486353" y="184915"/>
                    <a:pt x="480043" y="187301"/>
                    <a:pt x="474633" y="189741"/>
                  </a:cubicBezTo>
                  <a:cubicBezTo>
                    <a:pt x="470338" y="191703"/>
                    <a:pt x="466784" y="193665"/>
                    <a:pt x="464610" y="191491"/>
                  </a:cubicBezTo>
                  <a:cubicBezTo>
                    <a:pt x="462913" y="189794"/>
                    <a:pt x="463019" y="187354"/>
                    <a:pt x="465724" y="184649"/>
                  </a:cubicBezTo>
                  <a:cubicBezTo>
                    <a:pt x="467898" y="182475"/>
                    <a:pt x="470974" y="181415"/>
                    <a:pt x="474633" y="180831"/>
                  </a:cubicBezTo>
                  <a:lnTo>
                    <a:pt x="473413" y="172611"/>
                  </a:lnTo>
                  <a:cubicBezTo>
                    <a:pt x="469118" y="173194"/>
                    <a:pt x="463973" y="174733"/>
                    <a:pt x="459678" y="179028"/>
                  </a:cubicBezTo>
                  <a:cubicBezTo>
                    <a:pt x="452890" y="185816"/>
                    <a:pt x="452359" y="193877"/>
                    <a:pt x="457663" y="199181"/>
                  </a:cubicBezTo>
                  <a:cubicBezTo>
                    <a:pt x="462648" y="204166"/>
                    <a:pt x="469118" y="202256"/>
                    <a:pt x="474315" y="199923"/>
                  </a:cubicBezTo>
                  <a:cubicBezTo>
                    <a:pt x="478664" y="198014"/>
                    <a:pt x="482747" y="195946"/>
                    <a:pt x="484975" y="198173"/>
                  </a:cubicBezTo>
                  <a:cubicBezTo>
                    <a:pt x="486831" y="200029"/>
                    <a:pt x="486778" y="202628"/>
                    <a:pt x="483808" y="205598"/>
                  </a:cubicBezTo>
                  <a:cubicBezTo>
                    <a:pt x="481050" y="208355"/>
                    <a:pt x="477338" y="209734"/>
                    <a:pt x="472618" y="210317"/>
                  </a:cubicBezTo>
                  <a:lnTo>
                    <a:pt x="473944" y="218750"/>
                  </a:lnTo>
                  <a:cubicBezTo>
                    <a:pt x="479353" y="218219"/>
                    <a:pt x="485452" y="215621"/>
                    <a:pt x="489430" y="211643"/>
                  </a:cubicBezTo>
                  <a:moveTo>
                    <a:pt x="516830" y="184243"/>
                  </a:moveTo>
                  <a:cubicBezTo>
                    <a:pt x="519429" y="181644"/>
                    <a:pt x="520914" y="178992"/>
                    <a:pt x="521975" y="176871"/>
                  </a:cubicBezTo>
                  <a:lnTo>
                    <a:pt x="515027" y="172469"/>
                  </a:lnTo>
                  <a:cubicBezTo>
                    <a:pt x="514550" y="173582"/>
                    <a:pt x="513701" y="175067"/>
                    <a:pt x="512747" y="176022"/>
                  </a:cubicBezTo>
                  <a:cubicBezTo>
                    <a:pt x="510095" y="178674"/>
                    <a:pt x="507125" y="178462"/>
                    <a:pt x="503731" y="175067"/>
                  </a:cubicBezTo>
                  <a:lnTo>
                    <a:pt x="490579" y="161915"/>
                  </a:lnTo>
                  <a:lnTo>
                    <a:pt x="497897" y="154597"/>
                  </a:lnTo>
                  <a:lnTo>
                    <a:pt x="491746" y="148445"/>
                  </a:lnTo>
                  <a:lnTo>
                    <a:pt x="484427" y="155764"/>
                  </a:lnTo>
                  <a:lnTo>
                    <a:pt x="476419" y="147755"/>
                  </a:lnTo>
                  <a:lnTo>
                    <a:pt x="469949" y="154226"/>
                  </a:lnTo>
                  <a:lnTo>
                    <a:pt x="477056" y="163135"/>
                  </a:lnTo>
                  <a:lnTo>
                    <a:pt x="472813" y="168120"/>
                  </a:lnTo>
                  <a:lnTo>
                    <a:pt x="478594" y="173901"/>
                  </a:lnTo>
                  <a:lnTo>
                    <a:pt x="482783" y="169711"/>
                  </a:lnTo>
                  <a:lnTo>
                    <a:pt x="495935" y="182863"/>
                  </a:lnTo>
                  <a:cubicBezTo>
                    <a:pt x="502565" y="189493"/>
                    <a:pt x="509777" y="191296"/>
                    <a:pt x="516830" y="184243"/>
                  </a:cubicBezTo>
                  <a:moveTo>
                    <a:pt x="540184" y="160888"/>
                  </a:moveTo>
                  <a:cubicBezTo>
                    <a:pt x="543844" y="157229"/>
                    <a:pt x="546336" y="152191"/>
                    <a:pt x="547238" y="147259"/>
                  </a:cubicBezTo>
                  <a:lnTo>
                    <a:pt x="539813" y="145138"/>
                  </a:lnTo>
                  <a:cubicBezTo>
                    <a:pt x="539018" y="148585"/>
                    <a:pt x="537639" y="151448"/>
                    <a:pt x="535199" y="153888"/>
                  </a:cubicBezTo>
                  <a:cubicBezTo>
                    <a:pt x="530798" y="158290"/>
                    <a:pt x="525070" y="158926"/>
                    <a:pt x="519554" y="154684"/>
                  </a:cubicBezTo>
                  <a:lnTo>
                    <a:pt x="537851" y="136387"/>
                  </a:lnTo>
                  <a:cubicBezTo>
                    <a:pt x="537374" y="135485"/>
                    <a:pt x="536101" y="133895"/>
                    <a:pt x="534616" y="132410"/>
                  </a:cubicBezTo>
                  <a:cubicBezTo>
                    <a:pt x="526449" y="124243"/>
                    <a:pt x="516214" y="122492"/>
                    <a:pt x="508046" y="130660"/>
                  </a:cubicBezTo>
                  <a:cubicBezTo>
                    <a:pt x="500993" y="137713"/>
                    <a:pt x="500198" y="150494"/>
                    <a:pt x="509797" y="160093"/>
                  </a:cubicBezTo>
                  <a:cubicBezTo>
                    <a:pt x="519608" y="169904"/>
                    <a:pt x="531858" y="169214"/>
                    <a:pt x="540184" y="160888"/>
                  </a:cubicBezTo>
                  <a:moveTo>
                    <a:pt x="514252" y="149593"/>
                  </a:moveTo>
                  <a:cubicBezTo>
                    <a:pt x="510539" y="144713"/>
                    <a:pt x="511069" y="139728"/>
                    <a:pt x="514198" y="136599"/>
                  </a:cubicBezTo>
                  <a:cubicBezTo>
                    <a:pt x="518017" y="132781"/>
                    <a:pt x="522365" y="133523"/>
                    <a:pt x="526343" y="137501"/>
                  </a:cubicBezTo>
                  <a:lnTo>
                    <a:pt x="514252" y="149593"/>
                  </a:lnTo>
                  <a:moveTo>
                    <a:pt x="557317" y="142271"/>
                  </a:moveTo>
                  <a:lnTo>
                    <a:pt x="565113" y="134475"/>
                  </a:lnTo>
                  <a:lnTo>
                    <a:pt x="547400" y="116762"/>
                  </a:lnTo>
                  <a:cubicBezTo>
                    <a:pt x="544748" y="110822"/>
                    <a:pt x="546021" y="106474"/>
                    <a:pt x="548354" y="104140"/>
                  </a:cubicBezTo>
                  <a:cubicBezTo>
                    <a:pt x="549574" y="102920"/>
                    <a:pt x="550582" y="102231"/>
                    <a:pt x="551960" y="101488"/>
                  </a:cubicBezTo>
                  <a:lnTo>
                    <a:pt x="546551" y="93427"/>
                  </a:lnTo>
                  <a:cubicBezTo>
                    <a:pt x="545279" y="93958"/>
                    <a:pt x="544059" y="94647"/>
                    <a:pt x="542415" y="96291"/>
                  </a:cubicBezTo>
                  <a:cubicBezTo>
                    <a:pt x="539339" y="99367"/>
                    <a:pt x="538278" y="104671"/>
                    <a:pt x="539975" y="110716"/>
                  </a:cubicBezTo>
                  <a:lnTo>
                    <a:pt x="539816" y="110875"/>
                  </a:lnTo>
                  <a:lnTo>
                    <a:pt x="533983" y="106208"/>
                  </a:lnTo>
                  <a:lnTo>
                    <a:pt x="527618" y="112573"/>
                  </a:lnTo>
                  <a:lnTo>
                    <a:pt x="557317" y="142271"/>
                  </a:lnTo>
                </a:path>
              </a:pathLst>
            </a:custGeom>
            <a:solidFill>
              <a:srgbClr val="999999">
                <a:alpha val="30000"/>
              </a:srgbClr>
            </a:solidFill>
          </p:spPr>
        </p:sp>
        <p:sp>
          <p:nvSpPr>
            <p:cNvPr id="175" name="shape175"/>
            <p:cNvSpPr/>
            <p:nvPr/>
          </p:nvSpPr>
          <p:spPr>
            <a:xfrm>
              <a:off x="5263974" y="809843"/>
              <a:ext cx="192000" cy="192000"/>
            </a:xfrm>
            <a:custGeom>
              <a:avLst/>
              <a:gdLst/>
              <a:ahLst/>
              <a:cxnLst/>
              <a:rect l="0" t="0" r="0" b="0"/>
              <a:pathLst>
                <a:path w="192000" h="192000">
                  <a:moveTo>
                    <a:pt x="83426" y="386789"/>
                  </a:moveTo>
                  <a:lnTo>
                    <a:pt x="51606" y="418609"/>
                  </a:lnTo>
                  <a:cubicBezTo>
                    <a:pt x="43204" y="427012"/>
                    <a:pt x="37083" y="433137"/>
                    <a:pt x="32653" y="438356"/>
                  </a:cubicBezTo>
                  <a:cubicBezTo>
                    <a:pt x="28254" y="443537"/>
                    <a:pt x="25770" y="447547"/>
                    <a:pt x="24445" y="451623"/>
                  </a:cubicBezTo>
                  <a:cubicBezTo>
                    <a:pt x="21968" y="459248"/>
                    <a:pt x="21968" y="467463"/>
                    <a:pt x="24445" y="475089"/>
                  </a:cubicBezTo>
                  <a:cubicBezTo>
                    <a:pt x="25770" y="479164"/>
                    <a:pt x="28254" y="483175"/>
                    <a:pt x="32653" y="488356"/>
                  </a:cubicBezTo>
                  <a:cubicBezTo>
                    <a:pt x="37083" y="493574"/>
                    <a:pt x="43204" y="499700"/>
                    <a:pt x="51606" y="508102"/>
                  </a:cubicBezTo>
                  <a:lnTo>
                    <a:pt x="83426" y="539922"/>
                  </a:lnTo>
                  <a:cubicBezTo>
                    <a:pt x="91829" y="548325"/>
                    <a:pt x="97954" y="554445"/>
                    <a:pt x="103173" y="558875"/>
                  </a:cubicBezTo>
                  <a:cubicBezTo>
                    <a:pt x="108354" y="563274"/>
                    <a:pt x="112364" y="565759"/>
                    <a:pt x="116440" y="567083"/>
                  </a:cubicBezTo>
                  <a:cubicBezTo>
                    <a:pt x="124066" y="569561"/>
                    <a:pt x="132280" y="569561"/>
                    <a:pt x="139906" y="567083"/>
                  </a:cubicBezTo>
                  <a:cubicBezTo>
                    <a:pt x="143981" y="565759"/>
                    <a:pt x="147992" y="563274"/>
                    <a:pt x="153173" y="558875"/>
                  </a:cubicBezTo>
                  <a:cubicBezTo>
                    <a:pt x="158392" y="554445"/>
                    <a:pt x="164516" y="548325"/>
                    <a:pt x="172919" y="539922"/>
                  </a:cubicBezTo>
                  <a:lnTo>
                    <a:pt x="204739" y="508102"/>
                  </a:lnTo>
                  <a:cubicBezTo>
                    <a:pt x="213142" y="499700"/>
                    <a:pt x="219262" y="493574"/>
                    <a:pt x="223693" y="488356"/>
                  </a:cubicBezTo>
                  <a:cubicBezTo>
                    <a:pt x="228091" y="483175"/>
                    <a:pt x="230576" y="479164"/>
                    <a:pt x="231900" y="475088"/>
                  </a:cubicBezTo>
                  <a:cubicBezTo>
                    <a:pt x="234378" y="467463"/>
                    <a:pt x="234378" y="459248"/>
                    <a:pt x="231900" y="451623"/>
                  </a:cubicBezTo>
                  <a:cubicBezTo>
                    <a:pt x="230576" y="447547"/>
                    <a:pt x="228091" y="443537"/>
                    <a:pt x="223693" y="438356"/>
                  </a:cubicBezTo>
                  <a:cubicBezTo>
                    <a:pt x="219262" y="433137"/>
                    <a:pt x="213142" y="427012"/>
                    <a:pt x="204739" y="418609"/>
                  </a:cubicBezTo>
                  <a:lnTo>
                    <a:pt x="172919" y="386789"/>
                  </a:lnTo>
                  <a:cubicBezTo>
                    <a:pt x="164516" y="378386"/>
                    <a:pt x="158392" y="372266"/>
                    <a:pt x="153173" y="367836"/>
                  </a:cubicBezTo>
                  <a:cubicBezTo>
                    <a:pt x="147992" y="363437"/>
                    <a:pt x="143981" y="360952"/>
                    <a:pt x="139906" y="359628"/>
                  </a:cubicBezTo>
                  <a:cubicBezTo>
                    <a:pt x="132280" y="357151"/>
                    <a:pt x="124066" y="357151"/>
                    <a:pt x="116440" y="359628"/>
                  </a:cubicBezTo>
                  <a:cubicBezTo>
                    <a:pt x="112364" y="360952"/>
                    <a:pt x="108354" y="363437"/>
                    <a:pt x="103173" y="367836"/>
                  </a:cubicBezTo>
                  <a:cubicBezTo>
                    <a:pt x="97954" y="372266"/>
                    <a:pt x="91829" y="378386"/>
                    <a:pt x="83426" y="386789"/>
                  </a:cubicBezTo>
                  <a:moveTo>
                    <a:pt x="20433" y="476392"/>
                  </a:moveTo>
                  <a:cubicBezTo>
                    <a:pt x="23563" y="486025"/>
                    <a:pt x="31916" y="494378"/>
                    <a:pt x="48623" y="511085"/>
                  </a:cubicBezTo>
                  <a:lnTo>
                    <a:pt x="80443" y="542905"/>
                  </a:lnTo>
                  <a:cubicBezTo>
                    <a:pt x="97150" y="559612"/>
                    <a:pt x="105503" y="567965"/>
                    <a:pt x="115136" y="571096"/>
                  </a:cubicBezTo>
                  <a:cubicBezTo>
                    <a:pt x="123609" y="573848"/>
                    <a:pt x="132736" y="573848"/>
                    <a:pt x="141209" y="571096"/>
                  </a:cubicBezTo>
                  <a:cubicBezTo>
                    <a:pt x="150842" y="567965"/>
                    <a:pt x="159196" y="559612"/>
                    <a:pt x="175903" y="542905"/>
                  </a:cubicBezTo>
                  <a:lnTo>
                    <a:pt x="207722" y="511085"/>
                  </a:lnTo>
                  <a:cubicBezTo>
                    <a:pt x="224429" y="494378"/>
                    <a:pt x="232783" y="486025"/>
                    <a:pt x="235913" y="476392"/>
                  </a:cubicBezTo>
                  <a:cubicBezTo>
                    <a:pt x="238666" y="467919"/>
                    <a:pt x="238666" y="458792"/>
                    <a:pt x="235913" y="450319"/>
                  </a:cubicBezTo>
                  <a:cubicBezTo>
                    <a:pt x="232783" y="440686"/>
                    <a:pt x="224429" y="432333"/>
                    <a:pt x="207722" y="415626"/>
                  </a:cubicBezTo>
                  <a:lnTo>
                    <a:pt x="175903" y="383806"/>
                  </a:lnTo>
                  <a:cubicBezTo>
                    <a:pt x="159196" y="367099"/>
                    <a:pt x="150842" y="358746"/>
                    <a:pt x="141209" y="355616"/>
                  </a:cubicBezTo>
                  <a:cubicBezTo>
                    <a:pt x="132736" y="352863"/>
                    <a:pt x="123609" y="352863"/>
                    <a:pt x="115136" y="355616"/>
                  </a:cubicBezTo>
                  <a:cubicBezTo>
                    <a:pt x="105503" y="358746"/>
                    <a:pt x="97150" y="367099"/>
                    <a:pt x="80443" y="383806"/>
                  </a:cubicBezTo>
                  <a:lnTo>
                    <a:pt x="48623" y="415626"/>
                  </a:lnTo>
                  <a:cubicBezTo>
                    <a:pt x="31916" y="432333"/>
                    <a:pt x="23563" y="440686"/>
                    <a:pt x="20433" y="450319"/>
                  </a:cubicBezTo>
                  <a:cubicBezTo>
                    <a:pt x="17680" y="458792"/>
                    <a:pt x="17680" y="467919"/>
                    <a:pt x="20433" y="476392"/>
                  </a:cubicBezTo>
                </a:path>
              </a:pathLst>
            </a:custGeom>
            <a:solidFill>
              <a:srgbClr val="999999">
                <a:alpha val="30000"/>
              </a:srgbClr>
            </a:solidFill>
          </p:spPr>
        </p:sp>
        <p:sp>
          <p:nvSpPr>
            <p:cNvPr id="176" name="shape176"/>
            <p:cNvSpPr/>
            <p:nvPr/>
          </p:nvSpPr>
          <p:spPr>
            <a:xfrm>
              <a:off x="5263974" y="809843"/>
              <a:ext cx="192000" cy="192000"/>
            </a:xfrm>
            <a:custGeom>
              <a:avLst/>
              <a:gdLst/>
              <a:ahLst/>
              <a:cxnLst/>
              <a:rect l="0" t="0" r="0" b="0"/>
              <a:pathLst>
                <a:path w="192000" h="192000">
                  <a:moveTo>
                    <a:pt x="85406" y="472474"/>
                  </a:moveTo>
                  <a:lnTo>
                    <a:pt x="118879" y="505946"/>
                  </a:lnTo>
                  <a:lnTo>
                    <a:pt x="118879" y="495683"/>
                  </a:lnTo>
                  <a:cubicBezTo>
                    <a:pt x="118879" y="490628"/>
                    <a:pt x="122977" y="486530"/>
                    <a:pt x="128032" y="486530"/>
                  </a:cubicBezTo>
                  <a:cubicBezTo>
                    <a:pt x="133087" y="486530"/>
                    <a:pt x="137185" y="490628"/>
                    <a:pt x="137185" y="495683"/>
                  </a:cubicBezTo>
                  <a:lnTo>
                    <a:pt x="137185" y="516995"/>
                  </a:lnTo>
                  <a:cubicBezTo>
                    <a:pt x="137185" y="529227"/>
                    <a:pt x="122396" y="535353"/>
                    <a:pt x="113747" y="526703"/>
                  </a:cubicBezTo>
                  <a:lnTo>
                    <a:pt x="64649" y="477607"/>
                  </a:lnTo>
                  <a:cubicBezTo>
                    <a:pt x="56000" y="468957"/>
                    <a:pt x="62126" y="454168"/>
                    <a:pt x="74357" y="454168"/>
                  </a:cubicBezTo>
                  <a:lnTo>
                    <a:pt x="170657" y="454168"/>
                  </a:lnTo>
                  <a:lnTo>
                    <a:pt x="137185" y="420696"/>
                  </a:lnTo>
                  <a:lnTo>
                    <a:pt x="137185" y="430960"/>
                  </a:lnTo>
                  <a:cubicBezTo>
                    <a:pt x="137185" y="436015"/>
                    <a:pt x="133087" y="440113"/>
                    <a:pt x="128032" y="440113"/>
                  </a:cubicBezTo>
                  <a:cubicBezTo>
                    <a:pt x="122977" y="440113"/>
                    <a:pt x="118879" y="436015"/>
                    <a:pt x="118879" y="430960"/>
                  </a:cubicBezTo>
                  <a:lnTo>
                    <a:pt x="118879" y="409648"/>
                  </a:lnTo>
                  <a:cubicBezTo>
                    <a:pt x="118879" y="397415"/>
                    <a:pt x="133667" y="391289"/>
                    <a:pt x="142316" y="399939"/>
                  </a:cubicBezTo>
                  <a:lnTo>
                    <a:pt x="191414" y="449036"/>
                  </a:lnTo>
                  <a:cubicBezTo>
                    <a:pt x="200063" y="457685"/>
                    <a:pt x="193937" y="472474"/>
                    <a:pt x="181706" y="472474"/>
                  </a:cubicBezTo>
                  <a:lnTo>
                    <a:pt x="85406" y="472474"/>
                  </a:lnTo>
                </a:path>
              </a:pathLst>
            </a:custGeom>
            <a:solidFill>
              <a:srgbClr val="999999">
                <a:alpha val="30000"/>
              </a:srgbClr>
            </a:solidFill>
          </p:spPr>
        </p:sp>
        <p:sp>
          <p:nvSpPr>
            <p:cNvPr id="177" name="shape177"/>
            <p:cNvSpPr/>
            <p:nvPr/>
          </p:nvSpPr>
          <p:spPr>
            <a:xfrm>
              <a:off x="5263974" y="809843"/>
              <a:ext cx="2760000" cy="2760000"/>
            </a:xfrm>
            <a:custGeom>
              <a:avLst/>
              <a:gdLst/>
              <a:ahLst/>
              <a:cxnLst/>
              <a:rect l="0" t="0" r="0" b="0"/>
              <a:pathLst>
                <a:path w="2760000" h="2760000">
                  <a:moveTo>
                    <a:pt x="174745" y="308150"/>
                  </a:moveTo>
                  <a:cubicBezTo>
                    <a:pt x="179624" y="318332"/>
                    <a:pt x="182488" y="330530"/>
                    <a:pt x="182488" y="340076"/>
                  </a:cubicBezTo>
                  <a:cubicBezTo>
                    <a:pt x="185140" y="340500"/>
                    <a:pt x="190284" y="342250"/>
                    <a:pt x="192405" y="343205"/>
                  </a:cubicBezTo>
                  <a:cubicBezTo>
                    <a:pt x="192299" y="340659"/>
                    <a:pt x="192034" y="337954"/>
                    <a:pt x="191716" y="335197"/>
                  </a:cubicBezTo>
                  <a:lnTo>
                    <a:pt x="218975" y="362456"/>
                  </a:lnTo>
                  <a:lnTo>
                    <a:pt x="225127" y="356304"/>
                  </a:lnTo>
                  <a:lnTo>
                    <a:pt x="188269" y="319446"/>
                  </a:lnTo>
                  <a:cubicBezTo>
                    <a:pt x="186677" y="314143"/>
                    <a:pt x="184715" y="308892"/>
                    <a:pt x="182488" y="304013"/>
                  </a:cubicBezTo>
                  <a:lnTo>
                    <a:pt x="174745" y="308150"/>
                  </a:lnTo>
                  <a:moveTo>
                    <a:pt x="233400" y="332863"/>
                  </a:moveTo>
                  <a:cubicBezTo>
                    <a:pt x="230377" y="335886"/>
                    <a:pt x="227831" y="336841"/>
                    <a:pt x="225869" y="334879"/>
                  </a:cubicBezTo>
                  <a:cubicBezTo>
                    <a:pt x="223217" y="332227"/>
                    <a:pt x="220778" y="327029"/>
                    <a:pt x="217437" y="279883"/>
                  </a:cubicBezTo>
                  <a:cubicBezTo>
                    <a:pt x="217437" y="279247"/>
                    <a:pt x="217384" y="278557"/>
                    <a:pt x="217225" y="278080"/>
                  </a:cubicBezTo>
                  <a:lnTo>
                    <a:pt x="211126" y="279936"/>
                  </a:lnTo>
                  <a:lnTo>
                    <a:pt x="209906" y="281580"/>
                  </a:lnTo>
                  <a:lnTo>
                    <a:pt x="186412" y="305074"/>
                  </a:lnTo>
                  <a:lnTo>
                    <a:pt x="192352" y="311014"/>
                  </a:lnTo>
                  <a:lnTo>
                    <a:pt x="209747" y="293619"/>
                  </a:lnTo>
                  <a:cubicBezTo>
                    <a:pt x="213565" y="333181"/>
                    <a:pt x="216482" y="338113"/>
                    <a:pt x="220247" y="341879"/>
                  </a:cubicBezTo>
                  <a:cubicBezTo>
                    <a:pt x="225179" y="346811"/>
                    <a:pt x="231809" y="346652"/>
                    <a:pt x="239711" y="338750"/>
                  </a:cubicBezTo>
                  <a:lnTo>
                    <a:pt x="250264" y="328196"/>
                  </a:lnTo>
                  <a:cubicBezTo>
                    <a:pt x="256894" y="321567"/>
                    <a:pt x="256946" y="316847"/>
                    <a:pt x="246128" y="304544"/>
                  </a:cubicBezTo>
                  <a:cubicBezTo>
                    <a:pt x="244112" y="306028"/>
                    <a:pt x="241090" y="307354"/>
                    <a:pt x="238544" y="308097"/>
                  </a:cubicBezTo>
                  <a:cubicBezTo>
                    <a:pt x="246658" y="316847"/>
                    <a:pt x="247241" y="319022"/>
                    <a:pt x="244643" y="321620"/>
                  </a:cubicBezTo>
                  <a:lnTo>
                    <a:pt x="233400" y="332863"/>
                  </a:lnTo>
                  <a:moveTo>
                    <a:pt x="292478" y="274208"/>
                  </a:moveTo>
                  <a:lnTo>
                    <a:pt x="290887" y="267421"/>
                  </a:lnTo>
                  <a:cubicBezTo>
                    <a:pt x="283622" y="270974"/>
                    <a:pt x="272750" y="278027"/>
                    <a:pt x="264848" y="284444"/>
                  </a:cubicBezTo>
                  <a:lnTo>
                    <a:pt x="266068" y="291391"/>
                  </a:lnTo>
                  <a:cubicBezTo>
                    <a:pt x="273864" y="285187"/>
                    <a:pt x="284365" y="278504"/>
                    <a:pt x="291577" y="275110"/>
                  </a:cubicBezTo>
                  <a:lnTo>
                    <a:pt x="266492" y="300195"/>
                  </a:lnTo>
                  <a:lnTo>
                    <a:pt x="250795" y="284497"/>
                  </a:lnTo>
                  <a:cubicBezTo>
                    <a:pt x="252969" y="284869"/>
                    <a:pt x="255727" y="285717"/>
                    <a:pt x="257371" y="286513"/>
                  </a:cubicBezTo>
                  <a:cubicBezTo>
                    <a:pt x="259545" y="282959"/>
                    <a:pt x="261613" y="279088"/>
                    <a:pt x="263363" y="275110"/>
                  </a:cubicBezTo>
                  <a:lnTo>
                    <a:pt x="264106" y="279777"/>
                  </a:lnTo>
                  <a:cubicBezTo>
                    <a:pt x="269515" y="276277"/>
                    <a:pt x="277046" y="272564"/>
                    <a:pt x="281607" y="270868"/>
                  </a:cubicBezTo>
                  <a:lnTo>
                    <a:pt x="280281" y="264451"/>
                  </a:lnTo>
                  <a:cubicBezTo>
                    <a:pt x="275985" y="266095"/>
                    <a:pt x="269462" y="269542"/>
                    <a:pt x="264371" y="272830"/>
                  </a:cubicBezTo>
                  <a:cubicBezTo>
                    <a:pt x="265166" y="270761"/>
                    <a:pt x="265962" y="268693"/>
                    <a:pt x="266599" y="266572"/>
                  </a:cubicBezTo>
                  <a:cubicBezTo>
                    <a:pt x="272803" y="264610"/>
                    <a:pt x="278902" y="261693"/>
                    <a:pt x="284470" y="258034"/>
                  </a:cubicBezTo>
                  <a:cubicBezTo>
                    <a:pt x="283940" y="256337"/>
                    <a:pt x="283410" y="253473"/>
                    <a:pt x="283251" y="251192"/>
                  </a:cubicBezTo>
                  <a:lnTo>
                    <a:pt x="299373" y="267314"/>
                  </a:lnTo>
                  <a:lnTo>
                    <a:pt x="292478" y="274208"/>
                  </a:lnTo>
                  <a:moveTo>
                    <a:pt x="243529" y="254321"/>
                  </a:moveTo>
                  <a:cubicBezTo>
                    <a:pt x="244855" y="260845"/>
                    <a:pt x="244271" y="268852"/>
                    <a:pt x="242416" y="275588"/>
                  </a:cubicBezTo>
                  <a:cubicBezTo>
                    <a:pt x="244430" y="275269"/>
                    <a:pt x="248302" y="275110"/>
                    <a:pt x="250264" y="275163"/>
                  </a:cubicBezTo>
                  <a:cubicBezTo>
                    <a:pt x="250636" y="273413"/>
                    <a:pt x="250954" y="271504"/>
                    <a:pt x="251113" y="269542"/>
                  </a:cubicBezTo>
                  <a:cubicBezTo>
                    <a:pt x="253287" y="269489"/>
                    <a:pt x="255568" y="269224"/>
                    <a:pt x="257954" y="268852"/>
                  </a:cubicBezTo>
                  <a:cubicBezTo>
                    <a:pt x="255779" y="273890"/>
                    <a:pt x="252916" y="278981"/>
                    <a:pt x="249840" y="283543"/>
                  </a:cubicBezTo>
                  <a:lnTo>
                    <a:pt x="232074" y="265777"/>
                  </a:lnTo>
                  <a:lnTo>
                    <a:pt x="243529" y="254321"/>
                  </a:lnTo>
                  <a:moveTo>
                    <a:pt x="262621" y="252624"/>
                  </a:moveTo>
                  <a:cubicBezTo>
                    <a:pt x="262303" y="255382"/>
                    <a:pt x="261772" y="258246"/>
                    <a:pt x="260712" y="261215"/>
                  </a:cubicBezTo>
                  <a:cubicBezTo>
                    <a:pt x="257848" y="262170"/>
                    <a:pt x="255037" y="262648"/>
                    <a:pt x="252439" y="262807"/>
                  </a:cubicBezTo>
                  <a:lnTo>
                    <a:pt x="262621" y="252624"/>
                  </a:lnTo>
                  <a:moveTo>
                    <a:pt x="282455" y="250397"/>
                  </a:moveTo>
                  <a:cubicBezTo>
                    <a:pt x="278107" y="253367"/>
                    <a:pt x="273440" y="256124"/>
                    <a:pt x="268826" y="258193"/>
                  </a:cubicBezTo>
                  <a:cubicBezTo>
                    <a:pt x="269939" y="252094"/>
                    <a:pt x="270205" y="246101"/>
                    <a:pt x="269038" y="240692"/>
                  </a:cubicBezTo>
                  <a:lnTo>
                    <a:pt x="263363" y="242124"/>
                  </a:lnTo>
                  <a:lnTo>
                    <a:pt x="262674" y="243238"/>
                  </a:lnTo>
                  <a:lnTo>
                    <a:pt x="251113" y="254798"/>
                  </a:lnTo>
                  <a:cubicBezTo>
                    <a:pt x="250954" y="253367"/>
                    <a:pt x="250688" y="251935"/>
                    <a:pt x="250423" y="250609"/>
                  </a:cubicBezTo>
                  <a:lnTo>
                    <a:pt x="244325" y="253526"/>
                  </a:lnTo>
                  <a:lnTo>
                    <a:pt x="264955" y="232896"/>
                  </a:lnTo>
                  <a:lnTo>
                    <a:pt x="282455" y="250397"/>
                  </a:lnTo>
                  <a:moveTo>
                    <a:pt x="220354" y="266147"/>
                  </a:moveTo>
                  <a:lnTo>
                    <a:pt x="267924" y="313718"/>
                  </a:lnTo>
                  <a:lnTo>
                    <a:pt x="273970" y="307673"/>
                  </a:lnTo>
                  <a:lnTo>
                    <a:pt x="272061" y="305764"/>
                  </a:lnTo>
                  <a:lnTo>
                    <a:pt x="304941" y="272883"/>
                  </a:lnTo>
                  <a:lnTo>
                    <a:pt x="306850" y="274792"/>
                  </a:lnTo>
                  <a:lnTo>
                    <a:pt x="313214" y="268428"/>
                  </a:lnTo>
                  <a:lnTo>
                    <a:pt x="265644" y="220858"/>
                  </a:lnTo>
                  <a:lnTo>
                    <a:pt x="220354" y="266147"/>
                  </a:lnTo>
                  <a:moveTo>
                    <a:pt x="303244" y="231941"/>
                  </a:moveTo>
                  <a:cubicBezTo>
                    <a:pt x="301494" y="230085"/>
                    <a:pt x="299797" y="228388"/>
                    <a:pt x="298312" y="226903"/>
                  </a:cubicBezTo>
                  <a:lnTo>
                    <a:pt x="296350" y="224941"/>
                  </a:lnTo>
                  <a:lnTo>
                    <a:pt x="300539" y="220751"/>
                  </a:lnTo>
                  <a:lnTo>
                    <a:pt x="307487" y="227699"/>
                  </a:lnTo>
                  <a:lnTo>
                    <a:pt x="303244" y="231941"/>
                  </a:lnTo>
                  <a:moveTo>
                    <a:pt x="287864" y="208076"/>
                  </a:moveTo>
                  <a:lnTo>
                    <a:pt x="295448" y="215660"/>
                  </a:lnTo>
                  <a:lnTo>
                    <a:pt x="291259" y="219850"/>
                  </a:lnTo>
                  <a:lnTo>
                    <a:pt x="283675" y="212266"/>
                  </a:lnTo>
                  <a:lnTo>
                    <a:pt x="287864" y="208076"/>
                  </a:lnTo>
                  <a:moveTo>
                    <a:pt x="288236" y="197947"/>
                  </a:moveTo>
                  <a:lnTo>
                    <a:pt x="273334" y="212849"/>
                  </a:lnTo>
                  <a:lnTo>
                    <a:pt x="292903" y="232418"/>
                  </a:lnTo>
                  <a:cubicBezTo>
                    <a:pt x="300380" y="239896"/>
                    <a:pt x="310403" y="250344"/>
                    <a:pt x="314699" y="260155"/>
                  </a:cubicBezTo>
                  <a:cubicBezTo>
                    <a:pt x="316396" y="259519"/>
                    <a:pt x="320798" y="259041"/>
                    <a:pt x="322760" y="259201"/>
                  </a:cubicBezTo>
                  <a:cubicBezTo>
                    <a:pt x="319949" y="252147"/>
                    <a:pt x="314116" y="244298"/>
                    <a:pt x="308229" y="237457"/>
                  </a:cubicBezTo>
                  <a:lnTo>
                    <a:pt x="312737" y="232949"/>
                  </a:lnTo>
                  <a:lnTo>
                    <a:pt x="323980" y="244192"/>
                  </a:lnTo>
                  <a:cubicBezTo>
                    <a:pt x="324616" y="244828"/>
                    <a:pt x="324616" y="245147"/>
                    <a:pt x="324086" y="245783"/>
                  </a:cubicBezTo>
                  <a:cubicBezTo>
                    <a:pt x="323503" y="246367"/>
                    <a:pt x="321965" y="247904"/>
                    <a:pt x="320268" y="249389"/>
                  </a:cubicBezTo>
                  <a:cubicBezTo>
                    <a:pt x="322442" y="250185"/>
                    <a:pt x="325677" y="251935"/>
                    <a:pt x="327321" y="253261"/>
                  </a:cubicBezTo>
                  <a:cubicBezTo>
                    <a:pt x="330132" y="250450"/>
                    <a:pt x="331988" y="248381"/>
                    <a:pt x="332465" y="245889"/>
                  </a:cubicBezTo>
                  <a:cubicBezTo>
                    <a:pt x="333049" y="243503"/>
                    <a:pt x="331829" y="241540"/>
                    <a:pt x="329284" y="238995"/>
                  </a:cubicBezTo>
                  <a:lnTo>
                    <a:pt x="288236" y="197947"/>
                  </a:lnTo>
                  <a:moveTo>
                    <a:pt x="336019" y="229396"/>
                  </a:moveTo>
                  <a:lnTo>
                    <a:pt x="331193" y="224570"/>
                  </a:lnTo>
                  <a:cubicBezTo>
                    <a:pt x="333420" y="224570"/>
                    <a:pt x="336178" y="224676"/>
                    <a:pt x="337556" y="224994"/>
                  </a:cubicBezTo>
                  <a:cubicBezTo>
                    <a:pt x="337504" y="220804"/>
                    <a:pt x="336761" y="216244"/>
                    <a:pt x="335541" y="211630"/>
                  </a:cubicBezTo>
                  <a:cubicBezTo>
                    <a:pt x="339413" y="212319"/>
                    <a:pt x="342966" y="213115"/>
                    <a:pt x="345617" y="214069"/>
                  </a:cubicBezTo>
                  <a:lnTo>
                    <a:pt x="346360" y="207175"/>
                  </a:lnTo>
                  <a:lnTo>
                    <a:pt x="352300" y="213115"/>
                  </a:lnTo>
                  <a:lnTo>
                    <a:pt x="336019" y="229396"/>
                  </a:lnTo>
                  <a:moveTo>
                    <a:pt x="315707" y="209084"/>
                  </a:moveTo>
                  <a:cubicBezTo>
                    <a:pt x="319472" y="209350"/>
                    <a:pt x="323503" y="209774"/>
                    <a:pt x="327427" y="210304"/>
                  </a:cubicBezTo>
                  <a:cubicBezTo>
                    <a:pt x="328700" y="214652"/>
                    <a:pt x="329495" y="218948"/>
                    <a:pt x="329549" y="222926"/>
                  </a:cubicBezTo>
                  <a:lnTo>
                    <a:pt x="315707" y="209084"/>
                  </a:lnTo>
                  <a:moveTo>
                    <a:pt x="344716" y="205531"/>
                  </a:moveTo>
                  <a:cubicBezTo>
                    <a:pt x="341428" y="204682"/>
                    <a:pt x="337345" y="203993"/>
                    <a:pt x="332996" y="203462"/>
                  </a:cubicBezTo>
                  <a:cubicBezTo>
                    <a:pt x="330928" y="197894"/>
                    <a:pt x="328223" y="192326"/>
                    <a:pt x="325200" y="186970"/>
                  </a:cubicBezTo>
                  <a:lnTo>
                    <a:pt x="318783" y="190947"/>
                  </a:lnTo>
                  <a:cubicBezTo>
                    <a:pt x="321063" y="194712"/>
                    <a:pt x="323026" y="198584"/>
                    <a:pt x="324722" y="202508"/>
                  </a:cubicBezTo>
                  <a:cubicBezTo>
                    <a:pt x="321382" y="202243"/>
                    <a:pt x="318146" y="202084"/>
                    <a:pt x="315176" y="201978"/>
                  </a:cubicBezTo>
                  <a:lnTo>
                    <a:pt x="314381" y="207758"/>
                  </a:lnTo>
                  <a:lnTo>
                    <a:pt x="311040" y="204417"/>
                  </a:lnTo>
                  <a:lnTo>
                    <a:pt x="305206" y="210251"/>
                  </a:lnTo>
                  <a:lnTo>
                    <a:pt x="336019" y="241063"/>
                  </a:lnTo>
                  <a:lnTo>
                    <a:pt x="358133" y="218948"/>
                  </a:lnTo>
                  <a:lnTo>
                    <a:pt x="360308" y="221123"/>
                  </a:lnTo>
                  <a:lnTo>
                    <a:pt x="366088" y="215342"/>
                  </a:lnTo>
                  <a:lnTo>
                    <a:pt x="333049" y="182302"/>
                  </a:lnTo>
                  <a:lnTo>
                    <a:pt x="327268" y="188083"/>
                  </a:lnTo>
                  <a:lnTo>
                    <a:pt x="344716" y="205531"/>
                  </a:lnTo>
                  <a:moveTo>
                    <a:pt x="313904" y="183204"/>
                  </a:moveTo>
                  <a:cubicBezTo>
                    <a:pt x="310828" y="182038"/>
                    <a:pt x="305949" y="180764"/>
                    <a:pt x="302290" y="179863"/>
                  </a:cubicBezTo>
                  <a:lnTo>
                    <a:pt x="298577" y="187394"/>
                  </a:lnTo>
                  <a:cubicBezTo>
                    <a:pt x="301176" y="188189"/>
                    <a:pt x="304305" y="189091"/>
                    <a:pt x="307010" y="190099"/>
                  </a:cubicBezTo>
                  <a:lnTo>
                    <a:pt x="295024" y="202084"/>
                  </a:lnTo>
                  <a:lnTo>
                    <a:pt x="300911" y="207970"/>
                  </a:lnTo>
                  <a:lnTo>
                    <a:pt x="331087" y="177794"/>
                  </a:lnTo>
                  <a:lnTo>
                    <a:pt x="325200" y="171908"/>
                  </a:lnTo>
                  <a:lnTo>
                    <a:pt x="313904" y="183204"/>
                  </a:lnTo>
                  <a:moveTo>
                    <a:pt x="398545" y="168143"/>
                  </a:moveTo>
                  <a:lnTo>
                    <a:pt x="396953" y="161354"/>
                  </a:lnTo>
                  <a:cubicBezTo>
                    <a:pt x="389688" y="164908"/>
                    <a:pt x="378816" y="171961"/>
                    <a:pt x="370914" y="178378"/>
                  </a:cubicBezTo>
                  <a:lnTo>
                    <a:pt x="372134" y="185326"/>
                  </a:lnTo>
                  <a:cubicBezTo>
                    <a:pt x="379930" y="179120"/>
                    <a:pt x="390430" y="172438"/>
                    <a:pt x="397643" y="169044"/>
                  </a:cubicBezTo>
                  <a:lnTo>
                    <a:pt x="372559" y="194129"/>
                  </a:lnTo>
                  <a:lnTo>
                    <a:pt x="356861" y="178431"/>
                  </a:lnTo>
                  <a:cubicBezTo>
                    <a:pt x="359035" y="178802"/>
                    <a:pt x="361793" y="179651"/>
                    <a:pt x="363437" y="180446"/>
                  </a:cubicBezTo>
                  <a:cubicBezTo>
                    <a:pt x="365611" y="176893"/>
                    <a:pt x="367679" y="173022"/>
                    <a:pt x="369430" y="169044"/>
                  </a:cubicBezTo>
                  <a:lnTo>
                    <a:pt x="370172" y="173711"/>
                  </a:lnTo>
                  <a:cubicBezTo>
                    <a:pt x="375581" y="170211"/>
                    <a:pt x="383112" y="166499"/>
                    <a:pt x="387673" y="164801"/>
                  </a:cubicBezTo>
                  <a:lnTo>
                    <a:pt x="386347" y="158384"/>
                  </a:lnTo>
                  <a:cubicBezTo>
                    <a:pt x="382051" y="160028"/>
                    <a:pt x="375528" y="163476"/>
                    <a:pt x="370437" y="166764"/>
                  </a:cubicBezTo>
                  <a:cubicBezTo>
                    <a:pt x="371233" y="164696"/>
                    <a:pt x="372028" y="162627"/>
                    <a:pt x="372664" y="160506"/>
                  </a:cubicBezTo>
                  <a:cubicBezTo>
                    <a:pt x="378869" y="158543"/>
                    <a:pt x="384968" y="155627"/>
                    <a:pt x="390536" y="151967"/>
                  </a:cubicBezTo>
                  <a:cubicBezTo>
                    <a:pt x="390006" y="150271"/>
                    <a:pt x="389476" y="147407"/>
                    <a:pt x="389317" y="145126"/>
                  </a:cubicBezTo>
                  <a:lnTo>
                    <a:pt x="405439" y="161248"/>
                  </a:lnTo>
                  <a:lnTo>
                    <a:pt x="398545" y="168143"/>
                  </a:lnTo>
                  <a:moveTo>
                    <a:pt x="349595" y="148255"/>
                  </a:moveTo>
                  <a:cubicBezTo>
                    <a:pt x="350921" y="154778"/>
                    <a:pt x="350338" y="162787"/>
                    <a:pt x="348481" y="169522"/>
                  </a:cubicBezTo>
                  <a:cubicBezTo>
                    <a:pt x="350497" y="169204"/>
                    <a:pt x="354368" y="169044"/>
                    <a:pt x="356330" y="169097"/>
                  </a:cubicBezTo>
                  <a:cubicBezTo>
                    <a:pt x="356701" y="167347"/>
                    <a:pt x="357020" y="165438"/>
                    <a:pt x="357179" y="163476"/>
                  </a:cubicBezTo>
                  <a:cubicBezTo>
                    <a:pt x="359353" y="163423"/>
                    <a:pt x="361634" y="163157"/>
                    <a:pt x="364020" y="162787"/>
                  </a:cubicBezTo>
                  <a:cubicBezTo>
                    <a:pt x="361846" y="167824"/>
                    <a:pt x="358982" y="172916"/>
                    <a:pt x="355906" y="177476"/>
                  </a:cubicBezTo>
                  <a:lnTo>
                    <a:pt x="338140" y="159710"/>
                  </a:lnTo>
                  <a:lnTo>
                    <a:pt x="349595" y="148255"/>
                  </a:lnTo>
                  <a:moveTo>
                    <a:pt x="368687" y="146558"/>
                  </a:moveTo>
                  <a:cubicBezTo>
                    <a:pt x="368369" y="149316"/>
                    <a:pt x="367838" y="152180"/>
                    <a:pt x="366778" y="155150"/>
                  </a:cubicBezTo>
                  <a:cubicBezTo>
                    <a:pt x="363914" y="156104"/>
                    <a:pt x="361103" y="156581"/>
                    <a:pt x="358505" y="156740"/>
                  </a:cubicBezTo>
                  <a:lnTo>
                    <a:pt x="368687" y="146558"/>
                  </a:lnTo>
                  <a:moveTo>
                    <a:pt x="388521" y="144331"/>
                  </a:moveTo>
                  <a:cubicBezTo>
                    <a:pt x="384173" y="147301"/>
                    <a:pt x="379505" y="150058"/>
                    <a:pt x="374892" y="152126"/>
                  </a:cubicBezTo>
                  <a:cubicBezTo>
                    <a:pt x="376006" y="146028"/>
                    <a:pt x="376271" y="140035"/>
                    <a:pt x="375104" y="134626"/>
                  </a:cubicBezTo>
                  <a:lnTo>
                    <a:pt x="369430" y="136058"/>
                  </a:lnTo>
                  <a:lnTo>
                    <a:pt x="368740" y="137171"/>
                  </a:lnTo>
                  <a:lnTo>
                    <a:pt x="357179" y="148733"/>
                  </a:lnTo>
                  <a:cubicBezTo>
                    <a:pt x="357020" y="147301"/>
                    <a:pt x="356755" y="145869"/>
                    <a:pt x="356489" y="144543"/>
                  </a:cubicBezTo>
                  <a:lnTo>
                    <a:pt x="350390" y="147460"/>
                  </a:lnTo>
                  <a:lnTo>
                    <a:pt x="371020" y="126830"/>
                  </a:lnTo>
                  <a:lnTo>
                    <a:pt x="388521" y="144331"/>
                  </a:lnTo>
                  <a:moveTo>
                    <a:pt x="326420" y="160082"/>
                  </a:moveTo>
                  <a:lnTo>
                    <a:pt x="373990" y="207652"/>
                  </a:lnTo>
                  <a:lnTo>
                    <a:pt x="380036" y="201607"/>
                  </a:lnTo>
                  <a:lnTo>
                    <a:pt x="378127" y="199697"/>
                  </a:lnTo>
                  <a:lnTo>
                    <a:pt x="411007" y="166817"/>
                  </a:lnTo>
                  <a:lnTo>
                    <a:pt x="412916" y="168726"/>
                  </a:lnTo>
                  <a:lnTo>
                    <a:pt x="419281" y="162362"/>
                  </a:lnTo>
                  <a:lnTo>
                    <a:pt x="371710" y="114791"/>
                  </a:lnTo>
                  <a:lnTo>
                    <a:pt x="326420" y="160082"/>
                  </a:lnTo>
                  <a:moveTo>
                    <a:pt x="274765" y="424822"/>
                  </a:moveTo>
                  <a:lnTo>
                    <a:pt x="281819" y="417769"/>
                  </a:lnTo>
                  <a:lnTo>
                    <a:pt x="265432" y="401382"/>
                  </a:lnTo>
                  <a:cubicBezTo>
                    <a:pt x="261719" y="397670"/>
                    <a:pt x="255620" y="392843"/>
                    <a:pt x="251537" y="389503"/>
                  </a:cubicBezTo>
                  <a:lnTo>
                    <a:pt x="251749" y="389290"/>
                  </a:lnTo>
                  <a:lnTo>
                    <a:pt x="264106" y="395389"/>
                  </a:lnTo>
                  <a:lnTo>
                    <a:pt x="286698" y="405784"/>
                  </a:lnTo>
                  <a:lnTo>
                    <a:pt x="291206" y="401276"/>
                  </a:lnTo>
                  <a:lnTo>
                    <a:pt x="280758" y="378737"/>
                  </a:lnTo>
                  <a:lnTo>
                    <a:pt x="274712" y="366327"/>
                  </a:lnTo>
                  <a:lnTo>
                    <a:pt x="274978" y="366062"/>
                  </a:lnTo>
                  <a:cubicBezTo>
                    <a:pt x="278266" y="370198"/>
                    <a:pt x="283145" y="376244"/>
                    <a:pt x="286857" y="379957"/>
                  </a:cubicBezTo>
                  <a:lnTo>
                    <a:pt x="303244" y="396344"/>
                  </a:lnTo>
                  <a:lnTo>
                    <a:pt x="310403" y="389184"/>
                  </a:lnTo>
                  <a:lnTo>
                    <a:pt x="271106" y="349887"/>
                  </a:lnTo>
                  <a:lnTo>
                    <a:pt x="262409" y="358584"/>
                  </a:lnTo>
                  <a:lnTo>
                    <a:pt x="274288" y="383510"/>
                  </a:lnTo>
                  <a:cubicBezTo>
                    <a:pt x="275879" y="386798"/>
                    <a:pt x="277789" y="390086"/>
                    <a:pt x="279433" y="393427"/>
                  </a:cubicBezTo>
                  <a:lnTo>
                    <a:pt x="279167" y="393692"/>
                  </a:lnTo>
                  <a:cubicBezTo>
                    <a:pt x="275879" y="391995"/>
                    <a:pt x="272538" y="390139"/>
                    <a:pt x="269250" y="388548"/>
                  </a:cubicBezTo>
                  <a:lnTo>
                    <a:pt x="244165" y="376828"/>
                  </a:lnTo>
                  <a:lnTo>
                    <a:pt x="235468" y="385525"/>
                  </a:lnTo>
                  <a:lnTo>
                    <a:pt x="274765" y="424822"/>
                  </a:lnTo>
                  <a:moveTo>
                    <a:pt x="319394" y="380194"/>
                  </a:moveTo>
                  <a:lnTo>
                    <a:pt x="327190" y="372398"/>
                  </a:lnTo>
                  <a:lnTo>
                    <a:pt x="297491" y="342700"/>
                  </a:lnTo>
                  <a:lnTo>
                    <a:pt x="289695" y="350496"/>
                  </a:lnTo>
                  <a:lnTo>
                    <a:pt x="319394" y="380194"/>
                  </a:lnTo>
                  <a:moveTo>
                    <a:pt x="288847" y="341798"/>
                  </a:moveTo>
                  <a:cubicBezTo>
                    <a:pt x="291498" y="339147"/>
                    <a:pt x="291657" y="335594"/>
                    <a:pt x="289058" y="332995"/>
                  </a:cubicBezTo>
                  <a:cubicBezTo>
                    <a:pt x="286513" y="330449"/>
                    <a:pt x="282960" y="330608"/>
                    <a:pt x="280308" y="333260"/>
                  </a:cubicBezTo>
                  <a:cubicBezTo>
                    <a:pt x="277604" y="335965"/>
                    <a:pt x="277444" y="339518"/>
                    <a:pt x="279990" y="342064"/>
                  </a:cubicBezTo>
                  <a:cubicBezTo>
                    <a:pt x="282589" y="344662"/>
                    <a:pt x="286142" y="344503"/>
                    <a:pt x="288847" y="341798"/>
                  </a:cubicBezTo>
                  <a:moveTo>
                    <a:pt x="335500" y="364088"/>
                  </a:moveTo>
                  <a:lnTo>
                    <a:pt x="343296" y="356292"/>
                  </a:lnTo>
                  <a:lnTo>
                    <a:pt x="322879" y="335874"/>
                  </a:lnTo>
                  <a:cubicBezTo>
                    <a:pt x="322879" y="331525"/>
                    <a:pt x="323249" y="328820"/>
                    <a:pt x="325689" y="326381"/>
                  </a:cubicBezTo>
                  <a:cubicBezTo>
                    <a:pt x="328606" y="323464"/>
                    <a:pt x="331470" y="323783"/>
                    <a:pt x="336083" y="328396"/>
                  </a:cubicBezTo>
                  <a:lnTo>
                    <a:pt x="353638" y="345950"/>
                  </a:lnTo>
                  <a:lnTo>
                    <a:pt x="361433" y="338155"/>
                  </a:lnTo>
                  <a:lnTo>
                    <a:pt x="342925" y="319646"/>
                  </a:lnTo>
                  <a:cubicBezTo>
                    <a:pt x="335447" y="312169"/>
                    <a:pt x="328235" y="310471"/>
                    <a:pt x="321818" y="316888"/>
                  </a:cubicBezTo>
                  <a:cubicBezTo>
                    <a:pt x="317787" y="320919"/>
                    <a:pt x="316886" y="326063"/>
                    <a:pt x="316832" y="331207"/>
                  </a:cubicBezTo>
                  <a:lnTo>
                    <a:pt x="316673" y="331366"/>
                  </a:lnTo>
                  <a:lnTo>
                    <a:pt x="312166" y="328025"/>
                  </a:lnTo>
                  <a:lnTo>
                    <a:pt x="305802" y="334389"/>
                  </a:lnTo>
                  <a:lnTo>
                    <a:pt x="335500" y="364088"/>
                  </a:lnTo>
                  <a:moveTo>
                    <a:pt x="380665" y="320408"/>
                  </a:moveTo>
                  <a:cubicBezTo>
                    <a:pt x="383740" y="317332"/>
                    <a:pt x="385013" y="312665"/>
                    <a:pt x="385066" y="308370"/>
                  </a:cubicBezTo>
                  <a:lnTo>
                    <a:pt x="385279" y="308158"/>
                  </a:lnTo>
                  <a:lnTo>
                    <a:pt x="388937" y="310650"/>
                  </a:lnTo>
                  <a:lnTo>
                    <a:pt x="395249" y="304339"/>
                  </a:lnTo>
                  <a:lnTo>
                    <a:pt x="352928" y="262019"/>
                  </a:lnTo>
                  <a:lnTo>
                    <a:pt x="345185" y="269762"/>
                  </a:lnTo>
                  <a:lnTo>
                    <a:pt x="355633" y="280209"/>
                  </a:lnTo>
                  <a:lnTo>
                    <a:pt x="360565" y="284611"/>
                  </a:lnTo>
                  <a:cubicBezTo>
                    <a:pt x="356482" y="284770"/>
                    <a:pt x="353140" y="285566"/>
                    <a:pt x="349799" y="288907"/>
                  </a:cubicBezTo>
                  <a:cubicBezTo>
                    <a:pt x="343382" y="295324"/>
                    <a:pt x="343276" y="307309"/>
                    <a:pt x="352928" y="316961"/>
                  </a:cubicBezTo>
                  <a:cubicBezTo>
                    <a:pt x="362686" y="326719"/>
                    <a:pt x="373293" y="327780"/>
                    <a:pt x="380665" y="320408"/>
                  </a:cubicBezTo>
                  <a:moveTo>
                    <a:pt x="376263" y="311976"/>
                  </a:moveTo>
                  <a:cubicBezTo>
                    <a:pt x="372338" y="315901"/>
                    <a:pt x="367035" y="315052"/>
                    <a:pt x="360883" y="308900"/>
                  </a:cubicBezTo>
                  <a:cubicBezTo>
                    <a:pt x="354943" y="302960"/>
                    <a:pt x="354572" y="296968"/>
                    <a:pt x="357913" y="293627"/>
                  </a:cubicBezTo>
                  <a:cubicBezTo>
                    <a:pt x="359770" y="291770"/>
                    <a:pt x="362262" y="290444"/>
                    <a:pt x="365709" y="290285"/>
                  </a:cubicBezTo>
                  <a:lnTo>
                    <a:pt x="378755" y="303332"/>
                  </a:lnTo>
                  <a:cubicBezTo>
                    <a:pt x="379232" y="307309"/>
                    <a:pt x="378331" y="309908"/>
                    <a:pt x="376263" y="311976"/>
                  </a:cubicBezTo>
                  <a:moveTo>
                    <a:pt x="404240" y="295348"/>
                  </a:moveTo>
                  <a:lnTo>
                    <a:pt x="411294" y="288294"/>
                  </a:lnTo>
                  <a:lnTo>
                    <a:pt x="394907" y="271907"/>
                  </a:lnTo>
                  <a:cubicBezTo>
                    <a:pt x="391195" y="268195"/>
                    <a:pt x="385096" y="263368"/>
                    <a:pt x="381012" y="260027"/>
                  </a:cubicBezTo>
                  <a:lnTo>
                    <a:pt x="381224" y="259815"/>
                  </a:lnTo>
                  <a:lnTo>
                    <a:pt x="393581" y="265914"/>
                  </a:lnTo>
                  <a:lnTo>
                    <a:pt x="416173" y="276308"/>
                  </a:lnTo>
                  <a:lnTo>
                    <a:pt x="420681" y="271801"/>
                  </a:lnTo>
                  <a:lnTo>
                    <a:pt x="410233" y="249262"/>
                  </a:lnTo>
                  <a:lnTo>
                    <a:pt x="404188" y="236852"/>
                  </a:lnTo>
                  <a:lnTo>
                    <a:pt x="404453" y="236587"/>
                  </a:lnTo>
                  <a:cubicBezTo>
                    <a:pt x="407741" y="240724"/>
                    <a:pt x="412620" y="246769"/>
                    <a:pt x="416332" y="250481"/>
                  </a:cubicBezTo>
                  <a:lnTo>
                    <a:pt x="432719" y="266869"/>
                  </a:lnTo>
                  <a:lnTo>
                    <a:pt x="439879" y="259709"/>
                  </a:lnTo>
                  <a:lnTo>
                    <a:pt x="400581" y="220412"/>
                  </a:lnTo>
                  <a:lnTo>
                    <a:pt x="391884" y="229109"/>
                  </a:lnTo>
                  <a:lnTo>
                    <a:pt x="403763" y="254035"/>
                  </a:lnTo>
                  <a:cubicBezTo>
                    <a:pt x="405354" y="257323"/>
                    <a:pt x="407263" y="260611"/>
                    <a:pt x="408907" y="263952"/>
                  </a:cubicBezTo>
                  <a:lnTo>
                    <a:pt x="408643" y="264217"/>
                  </a:lnTo>
                  <a:cubicBezTo>
                    <a:pt x="405354" y="262520"/>
                    <a:pt x="402013" y="260664"/>
                    <a:pt x="398725" y="259073"/>
                  </a:cubicBezTo>
                  <a:lnTo>
                    <a:pt x="373640" y="247352"/>
                  </a:lnTo>
                  <a:lnTo>
                    <a:pt x="364943" y="256050"/>
                  </a:lnTo>
                  <a:lnTo>
                    <a:pt x="404240" y="295348"/>
                  </a:lnTo>
                  <a:moveTo>
                    <a:pt x="456929" y="244143"/>
                  </a:moveTo>
                  <a:cubicBezTo>
                    <a:pt x="460324" y="240749"/>
                    <a:pt x="461597" y="236082"/>
                    <a:pt x="461968" y="231256"/>
                  </a:cubicBezTo>
                  <a:lnTo>
                    <a:pt x="462180" y="231044"/>
                  </a:lnTo>
                  <a:lnTo>
                    <a:pt x="465892" y="233696"/>
                  </a:lnTo>
                  <a:lnTo>
                    <a:pt x="472256" y="227332"/>
                  </a:lnTo>
                  <a:lnTo>
                    <a:pt x="454915" y="209990"/>
                  </a:lnTo>
                  <a:cubicBezTo>
                    <a:pt x="446323" y="201398"/>
                    <a:pt x="437944" y="200762"/>
                    <a:pt x="430413" y="208293"/>
                  </a:cubicBezTo>
                  <a:cubicBezTo>
                    <a:pt x="425746" y="212960"/>
                    <a:pt x="423254" y="218953"/>
                    <a:pt x="421928" y="224627"/>
                  </a:cubicBezTo>
                  <a:lnTo>
                    <a:pt x="429883" y="226960"/>
                  </a:lnTo>
                  <a:cubicBezTo>
                    <a:pt x="431050" y="222612"/>
                    <a:pt x="432481" y="218740"/>
                    <a:pt x="435239" y="215983"/>
                  </a:cubicBezTo>
                  <a:cubicBezTo>
                    <a:pt x="438898" y="212323"/>
                    <a:pt x="442399" y="213278"/>
                    <a:pt x="445475" y="216035"/>
                  </a:cubicBezTo>
                  <a:cubicBezTo>
                    <a:pt x="434762" y="229294"/>
                    <a:pt x="432959" y="237779"/>
                    <a:pt x="439323" y="244143"/>
                  </a:cubicBezTo>
                  <a:cubicBezTo>
                    <a:pt x="444361" y="249181"/>
                    <a:pt x="451627" y="249446"/>
                    <a:pt x="456929" y="244143"/>
                  </a:cubicBezTo>
                  <a:moveTo>
                    <a:pt x="453376" y="235499"/>
                  </a:moveTo>
                  <a:cubicBezTo>
                    <a:pt x="451096" y="237779"/>
                    <a:pt x="448444" y="238415"/>
                    <a:pt x="446111" y="236082"/>
                  </a:cubicBezTo>
                  <a:cubicBezTo>
                    <a:pt x="443459" y="233431"/>
                    <a:pt x="443884" y="228976"/>
                    <a:pt x="450248" y="220808"/>
                  </a:cubicBezTo>
                  <a:lnTo>
                    <a:pt x="456240" y="226801"/>
                  </a:lnTo>
                  <a:cubicBezTo>
                    <a:pt x="456187" y="230567"/>
                    <a:pt x="455604" y="233272"/>
                    <a:pt x="453376" y="235499"/>
                  </a:cubicBezTo>
                  <a:moveTo>
                    <a:pt x="489430" y="211643"/>
                  </a:moveTo>
                  <a:cubicBezTo>
                    <a:pt x="497172" y="203900"/>
                    <a:pt x="497066" y="195628"/>
                    <a:pt x="491869" y="190430"/>
                  </a:cubicBezTo>
                  <a:cubicBezTo>
                    <a:pt x="486353" y="184915"/>
                    <a:pt x="480043" y="187301"/>
                    <a:pt x="474633" y="189741"/>
                  </a:cubicBezTo>
                  <a:cubicBezTo>
                    <a:pt x="470338" y="191703"/>
                    <a:pt x="466784" y="193665"/>
                    <a:pt x="464610" y="191491"/>
                  </a:cubicBezTo>
                  <a:cubicBezTo>
                    <a:pt x="462913" y="189794"/>
                    <a:pt x="463019" y="187354"/>
                    <a:pt x="465724" y="184649"/>
                  </a:cubicBezTo>
                  <a:cubicBezTo>
                    <a:pt x="467898" y="182475"/>
                    <a:pt x="470974" y="181415"/>
                    <a:pt x="474633" y="180831"/>
                  </a:cubicBezTo>
                  <a:lnTo>
                    <a:pt x="473413" y="172611"/>
                  </a:lnTo>
                  <a:cubicBezTo>
                    <a:pt x="469118" y="173194"/>
                    <a:pt x="463973" y="174733"/>
                    <a:pt x="459678" y="179028"/>
                  </a:cubicBezTo>
                  <a:cubicBezTo>
                    <a:pt x="452890" y="185816"/>
                    <a:pt x="452359" y="193877"/>
                    <a:pt x="457663" y="199181"/>
                  </a:cubicBezTo>
                  <a:cubicBezTo>
                    <a:pt x="462648" y="204166"/>
                    <a:pt x="469118" y="202256"/>
                    <a:pt x="474315" y="199923"/>
                  </a:cubicBezTo>
                  <a:cubicBezTo>
                    <a:pt x="478664" y="198014"/>
                    <a:pt x="482747" y="195946"/>
                    <a:pt x="484975" y="198173"/>
                  </a:cubicBezTo>
                  <a:cubicBezTo>
                    <a:pt x="486831" y="200029"/>
                    <a:pt x="486778" y="202628"/>
                    <a:pt x="483808" y="205598"/>
                  </a:cubicBezTo>
                  <a:cubicBezTo>
                    <a:pt x="481050" y="208355"/>
                    <a:pt x="477338" y="209734"/>
                    <a:pt x="472618" y="210317"/>
                  </a:cubicBezTo>
                  <a:lnTo>
                    <a:pt x="473944" y="218750"/>
                  </a:lnTo>
                  <a:cubicBezTo>
                    <a:pt x="479353" y="218219"/>
                    <a:pt x="485452" y="215621"/>
                    <a:pt x="489430" y="211643"/>
                  </a:cubicBezTo>
                  <a:moveTo>
                    <a:pt x="516830" y="184243"/>
                  </a:moveTo>
                  <a:cubicBezTo>
                    <a:pt x="519429" y="181644"/>
                    <a:pt x="520914" y="178992"/>
                    <a:pt x="521975" y="176871"/>
                  </a:cubicBezTo>
                  <a:lnTo>
                    <a:pt x="515027" y="172469"/>
                  </a:lnTo>
                  <a:cubicBezTo>
                    <a:pt x="514550" y="173582"/>
                    <a:pt x="513701" y="175067"/>
                    <a:pt x="512747" y="176022"/>
                  </a:cubicBezTo>
                  <a:cubicBezTo>
                    <a:pt x="510095" y="178674"/>
                    <a:pt x="507125" y="178462"/>
                    <a:pt x="503731" y="175067"/>
                  </a:cubicBezTo>
                  <a:lnTo>
                    <a:pt x="490579" y="161915"/>
                  </a:lnTo>
                  <a:lnTo>
                    <a:pt x="497897" y="154597"/>
                  </a:lnTo>
                  <a:lnTo>
                    <a:pt x="491746" y="148445"/>
                  </a:lnTo>
                  <a:lnTo>
                    <a:pt x="484427" y="155764"/>
                  </a:lnTo>
                  <a:lnTo>
                    <a:pt x="476419" y="147755"/>
                  </a:lnTo>
                  <a:lnTo>
                    <a:pt x="469949" y="154226"/>
                  </a:lnTo>
                  <a:lnTo>
                    <a:pt x="477056" y="163135"/>
                  </a:lnTo>
                  <a:lnTo>
                    <a:pt x="472813" y="168120"/>
                  </a:lnTo>
                  <a:lnTo>
                    <a:pt x="478594" y="173901"/>
                  </a:lnTo>
                  <a:lnTo>
                    <a:pt x="482783" y="169711"/>
                  </a:lnTo>
                  <a:lnTo>
                    <a:pt x="495935" y="182863"/>
                  </a:lnTo>
                  <a:cubicBezTo>
                    <a:pt x="502565" y="189493"/>
                    <a:pt x="509777" y="191296"/>
                    <a:pt x="516830" y="184243"/>
                  </a:cubicBezTo>
                  <a:moveTo>
                    <a:pt x="540184" y="160888"/>
                  </a:moveTo>
                  <a:cubicBezTo>
                    <a:pt x="543844" y="157229"/>
                    <a:pt x="546336" y="152191"/>
                    <a:pt x="547238" y="147259"/>
                  </a:cubicBezTo>
                  <a:lnTo>
                    <a:pt x="539813" y="145138"/>
                  </a:lnTo>
                  <a:cubicBezTo>
                    <a:pt x="539018" y="148585"/>
                    <a:pt x="537639" y="151448"/>
                    <a:pt x="535199" y="153888"/>
                  </a:cubicBezTo>
                  <a:cubicBezTo>
                    <a:pt x="530798" y="158290"/>
                    <a:pt x="525070" y="158926"/>
                    <a:pt x="519554" y="154684"/>
                  </a:cubicBezTo>
                  <a:lnTo>
                    <a:pt x="537851" y="136387"/>
                  </a:lnTo>
                  <a:cubicBezTo>
                    <a:pt x="537374" y="135485"/>
                    <a:pt x="536101" y="133895"/>
                    <a:pt x="534616" y="132410"/>
                  </a:cubicBezTo>
                  <a:cubicBezTo>
                    <a:pt x="526449" y="124243"/>
                    <a:pt x="516214" y="122492"/>
                    <a:pt x="508046" y="130660"/>
                  </a:cubicBezTo>
                  <a:cubicBezTo>
                    <a:pt x="500993" y="137713"/>
                    <a:pt x="500198" y="150494"/>
                    <a:pt x="509797" y="160093"/>
                  </a:cubicBezTo>
                  <a:cubicBezTo>
                    <a:pt x="519608" y="169904"/>
                    <a:pt x="531858" y="169214"/>
                    <a:pt x="540184" y="160888"/>
                  </a:cubicBezTo>
                  <a:moveTo>
                    <a:pt x="514252" y="149593"/>
                  </a:moveTo>
                  <a:cubicBezTo>
                    <a:pt x="510539" y="144713"/>
                    <a:pt x="511069" y="139728"/>
                    <a:pt x="514198" y="136599"/>
                  </a:cubicBezTo>
                  <a:cubicBezTo>
                    <a:pt x="518017" y="132781"/>
                    <a:pt x="522365" y="133523"/>
                    <a:pt x="526343" y="137501"/>
                  </a:cubicBezTo>
                  <a:lnTo>
                    <a:pt x="514252" y="149593"/>
                  </a:lnTo>
                  <a:moveTo>
                    <a:pt x="557317" y="142271"/>
                  </a:moveTo>
                  <a:lnTo>
                    <a:pt x="565113" y="134475"/>
                  </a:lnTo>
                  <a:lnTo>
                    <a:pt x="547400" y="116762"/>
                  </a:lnTo>
                  <a:cubicBezTo>
                    <a:pt x="544748" y="110822"/>
                    <a:pt x="546021" y="106474"/>
                    <a:pt x="548354" y="104140"/>
                  </a:cubicBezTo>
                  <a:cubicBezTo>
                    <a:pt x="549574" y="102920"/>
                    <a:pt x="550582" y="102231"/>
                    <a:pt x="551960" y="101488"/>
                  </a:cubicBezTo>
                  <a:lnTo>
                    <a:pt x="546551" y="93427"/>
                  </a:lnTo>
                  <a:cubicBezTo>
                    <a:pt x="545279" y="93958"/>
                    <a:pt x="544059" y="94647"/>
                    <a:pt x="542415" y="96291"/>
                  </a:cubicBezTo>
                  <a:cubicBezTo>
                    <a:pt x="539339" y="99367"/>
                    <a:pt x="538278" y="104671"/>
                    <a:pt x="539975" y="110716"/>
                  </a:cubicBezTo>
                  <a:lnTo>
                    <a:pt x="539816" y="110875"/>
                  </a:lnTo>
                  <a:lnTo>
                    <a:pt x="533983" y="106208"/>
                  </a:lnTo>
                  <a:lnTo>
                    <a:pt x="527618" y="112573"/>
                  </a:lnTo>
                  <a:lnTo>
                    <a:pt x="557317" y="142271"/>
                  </a:lnTo>
                </a:path>
              </a:pathLst>
            </a:custGeom>
            <a:solidFill>
              <a:srgbClr val="999999">
                <a:alpha val="30000"/>
              </a:srgbClr>
            </a:solidFill>
          </p:spPr>
        </p:sp>
        <p:sp>
          <p:nvSpPr>
            <p:cNvPr id="178" name="shape178"/>
            <p:cNvSpPr/>
            <p:nvPr/>
          </p:nvSpPr>
          <p:spPr>
            <a:xfrm>
              <a:off x="2503974" y="3569843"/>
              <a:ext cx="192000" cy="192000"/>
            </a:xfrm>
            <a:custGeom>
              <a:avLst/>
              <a:gdLst/>
              <a:ahLst/>
              <a:cxnLst/>
              <a:rect l="0" t="0" r="0" b="0"/>
              <a:pathLst>
                <a:path w="192000" h="192000">
                  <a:moveTo>
                    <a:pt x="83426" y="386789"/>
                  </a:moveTo>
                  <a:lnTo>
                    <a:pt x="51606" y="418609"/>
                  </a:lnTo>
                  <a:cubicBezTo>
                    <a:pt x="43204" y="427012"/>
                    <a:pt x="37083" y="433137"/>
                    <a:pt x="32653" y="438356"/>
                  </a:cubicBezTo>
                  <a:cubicBezTo>
                    <a:pt x="28254" y="443537"/>
                    <a:pt x="25770" y="447547"/>
                    <a:pt x="24445" y="451623"/>
                  </a:cubicBezTo>
                  <a:cubicBezTo>
                    <a:pt x="21968" y="459248"/>
                    <a:pt x="21968" y="467463"/>
                    <a:pt x="24445" y="475089"/>
                  </a:cubicBezTo>
                  <a:cubicBezTo>
                    <a:pt x="25770" y="479164"/>
                    <a:pt x="28254" y="483175"/>
                    <a:pt x="32653" y="488356"/>
                  </a:cubicBezTo>
                  <a:cubicBezTo>
                    <a:pt x="37083" y="493574"/>
                    <a:pt x="43204" y="499700"/>
                    <a:pt x="51606" y="508102"/>
                  </a:cubicBezTo>
                  <a:lnTo>
                    <a:pt x="83426" y="539922"/>
                  </a:lnTo>
                  <a:cubicBezTo>
                    <a:pt x="91829" y="548325"/>
                    <a:pt x="97954" y="554445"/>
                    <a:pt x="103173" y="558875"/>
                  </a:cubicBezTo>
                  <a:cubicBezTo>
                    <a:pt x="108354" y="563274"/>
                    <a:pt x="112364" y="565759"/>
                    <a:pt x="116440" y="567083"/>
                  </a:cubicBezTo>
                  <a:cubicBezTo>
                    <a:pt x="124066" y="569561"/>
                    <a:pt x="132280" y="569561"/>
                    <a:pt x="139906" y="567083"/>
                  </a:cubicBezTo>
                  <a:cubicBezTo>
                    <a:pt x="143981" y="565759"/>
                    <a:pt x="147992" y="563274"/>
                    <a:pt x="153173" y="558875"/>
                  </a:cubicBezTo>
                  <a:cubicBezTo>
                    <a:pt x="158392" y="554445"/>
                    <a:pt x="164516" y="548325"/>
                    <a:pt x="172919" y="539922"/>
                  </a:cubicBezTo>
                  <a:lnTo>
                    <a:pt x="204739" y="508102"/>
                  </a:lnTo>
                  <a:cubicBezTo>
                    <a:pt x="213142" y="499700"/>
                    <a:pt x="219262" y="493574"/>
                    <a:pt x="223693" y="488356"/>
                  </a:cubicBezTo>
                  <a:cubicBezTo>
                    <a:pt x="228091" y="483175"/>
                    <a:pt x="230576" y="479164"/>
                    <a:pt x="231900" y="475088"/>
                  </a:cubicBezTo>
                  <a:cubicBezTo>
                    <a:pt x="234378" y="467463"/>
                    <a:pt x="234378" y="459248"/>
                    <a:pt x="231900" y="451623"/>
                  </a:cubicBezTo>
                  <a:cubicBezTo>
                    <a:pt x="230576" y="447547"/>
                    <a:pt x="228091" y="443537"/>
                    <a:pt x="223693" y="438356"/>
                  </a:cubicBezTo>
                  <a:cubicBezTo>
                    <a:pt x="219262" y="433137"/>
                    <a:pt x="213142" y="427012"/>
                    <a:pt x="204739" y="418609"/>
                  </a:cubicBezTo>
                  <a:lnTo>
                    <a:pt x="172919" y="386789"/>
                  </a:lnTo>
                  <a:cubicBezTo>
                    <a:pt x="164516" y="378386"/>
                    <a:pt x="158392" y="372266"/>
                    <a:pt x="153173" y="367836"/>
                  </a:cubicBezTo>
                  <a:cubicBezTo>
                    <a:pt x="147992" y="363437"/>
                    <a:pt x="143981" y="360952"/>
                    <a:pt x="139906" y="359628"/>
                  </a:cubicBezTo>
                  <a:cubicBezTo>
                    <a:pt x="132280" y="357151"/>
                    <a:pt x="124066" y="357151"/>
                    <a:pt x="116440" y="359628"/>
                  </a:cubicBezTo>
                  <a:cubicBezTo>
                    <a:pt x="112364" y="360952"/>
                    <a:pt x="108354" y="363437"/>
                    <a:pt x="103173" y="367836"/>
                  </a:cubicBezTo>
                  <a:cubicBezTo>
                    <a:pt x="97954" y="372266"/>
                    <a:pt x="91829" y="378386"/>
                    <a:pt x="83426" y="386789"/>
                  </a:cubicBezTo>
                  <a:moveTo>
                    <a:pt x="20433" y="476392"/>
                  </a:moveTo>
                  <a:cubicBezTo>
                    <a:pt x="23563" y="486025"/>
                    <a:pt x="31916" y="494378"/>
                    <a:pt x="48623" y="511085"/>
                  </a:cubicBezTo>
                  <a:lnTo>
                    <a:pt x="80443" y="542905"/>
                  </a:lnTo>
                  <a:cubicBezTo>
                    <a:pt x="97150" y="559612"/>
                    <a:pt x="105503" y="567965"/>
                    <a:pt x="115136" y="571096"/>
                  </a:cubicBezTo>
                  <a:cubicBezTo>
                    <a:pt x="123609" y="573848"/>
                    <a:pt x="132736" y="573848"/>
                    <a:pt x="141209" y="571096"/>
                  </a:cubicBezTo>
                  <a:cubicBezTo>
                    <a:pt x="150842" y="567965"/>
                    <a:pt x="159196" y="559612"/>
                    <a:pt x="175903" y="542905"/>
                  </a:cubicBezTo>
                  <a:lnTo>
                    <a:pt x="207722" y="511085"/>
                  </a:lnTo>
                  <a:cubicBezTo>
                    <a:pt x="224429" y="494378"/>
                    <a:pt x="232783" y="486025"/>
                    <a:pt x="235913" y="476392"/>
                  </a:cubicBezTo>
                  <a:cubicBezTo>
                    <a:pt x="238666" y="467919"/>
                    <a:pt x="238666" y="458792"/>
                    <a:pt x="235913" y="450319"/>
                  </a:cubicBezTo>
                  <a:cubicBezTo>
                    <a:pt x="232783" y="440686"/>
                    <a:pt x="224429" y="432333"/>
                    <a:pt x="207722" y="415626"/>
                  </a:cubicBezTo>
                  <a:lnTo>
                    <a:pt x="175903" y="383806"/>
                  </a:lnTo>
                  <a:cubicBezTo>
                    <a:pt x="159196" y="367099"/>
                    <a:pt x="150842" y="358746"/>
                    <a:pt x="141209" y="355616"/>
                  </a:cubicBezTo>
                  <a:cubicBezTo>
                    <a:pt x="132736" y="352863"/>
                    <a:pt x="123609" y="352863"/>
                    <a:pt x="115136" y="355616"/>
                  </a:cubicBezTo>
                  <a:cubicBezTo>
                    <a:pt x="105503" y="358746"/>
                    <a:pt x="97150" y="367099"/>
                    <a:pt x="80443" y="383806"/>
                  </a:cubicBezTo>
                  <a:lnTo>
                    <a:pt x="48623" y="415626"/>
                  </a:lnTo>
                  <a:cubicBezTo>
                    <a:pt x="31916" y="432333"/>
                    <a:pt x="23563" y="440686"/>
                    <a:pt x="20433" y="450319"/>
                  </a:cubicBezTo>
                  <a:cubicBezTo>
                    <a:pt x="17680" y="458792"/>
                    <a:pt x="17680" y="467919"/>
                    <a:pt x="20433" y="476392"/>
                  </a:cubicBezTo>
                </a:path>
              </a:pathLst>
            </a:custGeom>
            <a:solidFill>
              <a:srgbClr val="999999">
                <a:alpha val="30000"/>
              </a:srgbClr>
            </a:solidFill>
          </p:spPr>
        </p:sp>
        <p:sp>
          <p:nvSpPr>
            <p:cNvPr id="179" name="shape179"/>
            <p:cNvSpPr/>
            <p:nvPr/>
          </p:nvSpPr>
          <p:spPr>
            <a:xfrm>
              <a:off x="2503974" y="3569843"/>
              <a:ext cx="192000" cy="192000"/>
            </a:xfrm>
            <a:custGeom>
              <a:avLst/>
              <a:gdLst/>
              <a:ahLst/>
              <a:cxnLst/>
              <a:rect l="0" t="0" r="0" b="0"/>
              <a:pathLst>
                <a:path w="192000" h="192000">
                  <a:moveTo>
                    <a:pt x="85406" y="472474"/>
                  </a:moveTo>
                  <a:lnTo>
                    <a:pt x="118879" y="505946"/>
                  </a:lnTo>
                  <a:lnTo>
                    <a:pt x="118879" y="495683"/>
                  </a:lnTo>
                  <a:cubicBezTo>
                    <a:pt x="118879" y="490628"/>
                    <a:pt x="122977" y="486530"/>
                    <a:pt x="128032" y="486530"/>
                  </a:cubicBezTo>
                  <a:cubicBezTo>
                    <a:pt x="133087" y="486530"/>
                    <a:pt x="137185" y="490628"/>
                    <a:pt x="137185" y="495683"/>
                  </a:cubicBezTo>
                  <a:lnTo>
                    <a:pt x="137185" y="516995"/>
                  </a:lnTo>
                  <a:cubicBezTo>
                    <a:pt x="137185" y="529227"/>
                    <a:pt x="122396" y="535353"/>
                    <a:pt x="113747" y="526703"/>
                  </a:cubicBezTo>
                  <a:lnTo>
                    <a:pt x="64649" y="477607"/>
                  </a:lnTo>
                  <a:cubicBezTo>
                    <a:pt x="56000" y="468957"/>
                    <a:pt x="62126" y="454168"/>
                    <a:pt x="74357" y="454168"/>
                  </a:cubicBezTo>
                  <a:lnTo>
                    <a:pt x="170657" y="454168"/>
                  </a:lnTo>
                  <a:lnTo>
                    <a:pt x="137185" y="420696"/>
                  </a:lnTo>
                  <a:lnTo>
                    <a:pt x="137185" y="430960"/>
                  </a:lnTo>
                  <a:cubicBezTo>
                    <a:pt x="137185" y="436015"/>
                    <a:pt x="133087" y="440113"/>
                    <a:pt x="128032" y="440113"/>
                  </a:cubicBezTo>
                  <a:cubicBezTo>
                    <a:pt x="122977" y="440113"/>
                    <a:pt x="118879" y="436015"/>
                    <a:pt x="118879" y="430960"/>
                  </a:cubicBezTo>
                  <a:lnTo>
                    <a:pt x="118879" y="409648"/>
                  </a:lnTo>
                  <a:cubicBezTo>
                    <a:pt x="118879" y="397415"/>
                    <a:pt x="133667" y="391289"/>
                    <a:pt x="142316" y="399939"/>
                  </a:cubicBezTo>
                  <a:lnTo>
                    <a:pt x="191414" y="449036"/>
                  </a:lnTo>
                  <a:cubicBezTo>
                    <a:pt x="200063" y="457685"/>
                    <a:pt x="193937" y="472474"/>
                    <a:pt x="181706" y="472474"/>
                  </a:cubicBezTo>
                  <a:lnTo>
                    <a:pt x="85406" y="472474"/>
                  </a:lnTo>
                </a:path>
              </a:pathLst>
            </a:custGeom>
            <a:solidFill>
              <a:srgbClr val="999999">
                <a:alpha val="30000"/>
              </a:srgbClr>
            </a:solidFill>
          </p:spPr>
        </p:sp>
        <p:sp>
          <p:nvSpPr>
            <p:cNvPr id="180" name="shape180"/>
            <p:cNvSpPr/>
            <p:nvPr/>
          </p:nvSpPr>
          <p:spPr>
            <a:xfrm>
              <a:off x="2503974" y="3569843"/>
              <a:ext cx="2760000" cy="2760000"/>
            </a:xfrm>
            <a:custGeom>
              <a:avLst/>
              <a:gdLst/>
              <a:ahLst/>
              <a:cxnLst/>
              <a:rect l="0" t="0" r="0" b="0"/>
              <a:pathLst>
                <a:path w="2760000" h="2760000">
                  <a:moveTo>
                    <a:pt x="174745" y="308150"/>
                  </a:moveTo>
                  <a:cubicBezTo>
                    <a:pt x="179624" y="318332"/>
                    <a:pt x="182488" y="330530"/>
                    <a:pt x="182488" y="340076"/>
                  </a:cubicBezTo>
                  <a:cubicBezTo>
                    <a:pt x="185140" y="340500"/>
                    <a:pt x="190284" y="342250"/>
                    <a:pt x="192405" y="343205"/>
                  </a:cubicBezTo>
                  <a:cubicBezTo>
                    <a:pt x="192299" y="340659"/>
                    <a:pt x="192034" y="337954"/>
                    <a:pt x="191716" y="335197"/>
                  </a:cubicBezTo>
                  <a:lnTo>
                    <a:pt x="218975" y="362456"/>
                  </a:lnTo>
                  <a:lnTo>
                    <a:pt x="225127" y="356304"/>
                  </a:lnTo>
                  <a:lnTo>
                    <a:pt x="188269" y="319446"/>
                  </a:lnTo>
                  <a:cubicBezTo>
                    <a:pt x="186677" y="314143"/>
                    <a:pt x="184715" y="308892"/>
                    <a:pt x="182488" y="304013"/>
                  </a:cubicBezTo>
                  <a:lnTo>
                    <a:pt x="174745" y="308150"/>
                  </a:lnTo>
                  <a:moveTo>
                    <a:pt x="233400" y="332863"/>
                  </a:moveTo>
                  <a:cubicBezTo>
                    <a:pt x="230377" y="335886"/>
                    <a:pt x="227831" y="336841"/>
                    <a:pt x="225869" y="334879"/>
                  </a:cubicBezTo>
                  <a:cubicBezTo>
                    <a:pt x="223217" y="332227"/>
                    <a:pt x="220778" y="327029"/>
                    <a:pt x="217437" y="279883"/>
                  </a:cubicBezTo>
                  <a:cubicBezTo>
                    <a:pt x="217437" y="279247"/>
                    <a:pt x="217384" y="278557"/>
                    <a:pt x="217225" y="278080"/>
                  </a:cubicBezTo>
                  <a:lnTo>
                    <a:pt x="211126" y="279936"/>
                  </a:lnTo>
                  <a:lnTo>
                    <a:pt x="209906" y="281580"/>
                  </a:lnTo>
                  <a:lnTo>
                    <a:pt x="186412" y="305074"/>
                  </a:lnTo>
                  <a:lnTo>
                    <a:pt x="192352" y="311014"/>
                  </a:lnTo>
                  <a:lnTo>
                    <a:pt x="209747" y="293619"/>
                  </a:lnTo>
                  <a:cubicBezTo>
                    <a:pt x="213565" y="333181"/>
                    <a:pt x="216482" y="338113"/>
                    <a:pt x="220247" y="341879"/>
                  </a:cubicBezTo>
                  <a:cubicBezTo>
                    <a:pt x="225179" y="346811"/>
                    <a:pt x="231809" y="346652"/>
                    <a:pt x="239711" y="338750"/>
                  </a:cubicBezTo>
                  <a:lnTo>
                    <a:pt x="250264" y="328196"/>
                  </a:lnTo>
                  <a:cubicBezTo>
                    <a:pt x="256894" y="321567"/>
                    <a:pt x="256946" y="316847"/>
                    <a:pt x="246128" y="304544"/>
                  </a:cubicBezTo>
                  <a:cubicBezTo>
                    <a:pt x="244112" y="306028"/>
                    <a:pt x="241090" y="307354"/>
                    <a:pt x="238544" y="308097"/>
                  </a:cubicBezTo>
                  <a:cubicBezTo>
                    <a:pt x="246658" y="316847"/>
                    <a:pt x="247241" y="319022"/>
                    <a:pt x="244643" y="321620"/>
                  </a:cubicBezTo>
                  <a:lnTo>
                    <a:pt x="233400" y="332863"/>
                  </a:lnTo>
                  <a:moveTo>
                    <a:pt x="292478" y="274208"/>
                  </a:moveTo>
                  <a:lnTo>
                    <a:pt x="290887" y="267421"/>
                  </a:lnTo>
                  <a:cubicBezTo>
                    <a:pt x="283622" y="270974"/>
                    <a:pt x="272750" y="278027"/>
                    <a:pt x="264848" y="284444"/>
                  </a:cubicBezTo>
                  <a:lnTo>
                    <a:pt x="266068" y="291391"/>
                  </a:lnTo>
                  <a:cubicBezTo>
                    <a:pt x="273864" y="285187"/>
                    <a:pt x="284365" y="278504"/>
                    <a:pt x="291577" y="275110"/>
                  </a:cubicBezTo>
                  <a:lnTo>
                    <a:pt x="266492" y="300195"/>
                  </a:lnTo>
                  <a:lnTo>
                    <a:pt x="250795" y="284497"/>
                  </a:lnTo>
                  <a:cubicBezTo>
                    <a:pt x="252969" y="284869"/>
                    <a:pt x="255727" y="285717"/>
                    <a:pt x="257371" y="286513"/>
                  </a:cubicBezTo>
                  <a:cubicBezTo>
                    <a:pt x="259545" y="282959"/>
                    <a:pt x="261613" y="279088"/>
                    <a:pt x="263363" y="275110"/>
                  </a:cubicBezTo>
                  <a:lnTo>
                    <a:pt x="264106" y="279777"/>
                  </a:lnTo>
                  <a:cubicBezTo>
                    <a:pt x="269515" y="276277"/>
                    <a:pt x="277046" y="272564"/>
                    <a:pt x="281607" y="270868"/>
                  </a:cubicBezTo>
                  <a:lnTo>
                    <a:pt x="280281" y="264451"/>
                  </a:lnTo>
                  <a:cubicBezTo>
                    <a:pt x="275985" y="266095"/>
                    <a:pt x="269462" y="269542"/>
                    <a:pt x="264371" y="272830"/>
                  </a:cubicBezTo>
                  <a:cubicBezTo>
                    <a:pt x="265166" y="270761"/>
                    <a:pt x="265962" y="268693"/>
                    <a:pt x="266599" y="266572"/>
                  </a:cubicBezTo>
                  <a:cubicBezTo>
                    <a:pt x="272803" y="264610"/>
                    <a:pt x="278902" y="261693"/>
                    <a:pt x="284470" y="258034"/>
                  </a:cubicBezTo>
                  <a:cubicBezTo>
                    <a:pt x="283940" y="256337"/>
                    <a:pt x="283410" y="253473"/>
                    <a:pt x="283251" y="251192"/>
                  </a:cubicBezTo>
                  <a:lnTo>
                    <a:pt x="299373" y="267314"/>
                  </a:lnTo>
                  <a:lnTo>
                    <a:pt x="292478" y="274208"/>
                  </a:lnTo>
                  <a:moveTo>
                    <a:pt x="243529" y="254321"/>
                  </a:moveTo>
                  <a:cubicBezTo>
                    <a:pt x="244855" y="260845"/>
                    <a:pt x="244271" y="268852"/>
                    <a:pt x="242416" y="275588"/>
                  </a:cubicBezTo>
                  <a:cubicBezTo>
                    <a:pt x="244430" y="275269"/>
                    <a:pt x="248302" y="275110"/>
                    <a:pt x="250264" y="275163"/>
                  </a:cubicBezTo>
                  <a:cubicBezTo>
                    <a:pt x="250636" y="273413"/>
                    <a:pt x="250954" y="271504"/>
                    <a:pt x="251113" y="269542"/>
                  </a:cubicBezTo>
                  <a:cubicBezTo>
                    <a:pt x="253287" y="269489"/>
                    <a:pt x="255568" y="269224"/>
                    <a:pt x="257954" y="268852"/>
                  </a:cubicBezTo>
                  <a:cubicBezTo>
                    <a:pt x="255779" y="273890"/>
                    <a:pt x="252916" y="278981"/>
                    <a:pt x="249840" y="283543"/>
                  </a:cubicBezTo>
                  <a:lnTo>
                    <a:pt x="232074" y="265777"/>
                  </a:lnTo>
                  <a:lnTo>
                    <a:pt x="243529" y="254321"/>
                  </a:lnTo>
                  <a:moveTo>
                    <a:pt x="262621" y="252624"/>
                  </a:moveTo>
                  <a:cubicBezTo>
                    <a:pt x="262303" y="255382"/>
                    <a:pt x="261772" y="258246"/>
                    <a:pt x="260712" y="261215"/>
                  </a:cubicBezTo>
                  <a:cubicBezTo>
                    <a:pt x="257848" y="262170"/>
                    <a:pt x="255037" y="262648"/>
                    <a:pt x="252439" y="262807"/>
                  </a:cubicBezTo>
                  <a:lnTo>
                    <a:pt x="262621" y="252624"/>
                  </a:lnTo>
                  <a:moveTo>
                    <a:pt x="282455" y="250397"/>
                  </a:moveTo>
                  <a:cubicBezTo>
                    <a:pt x="278107" y="253367"/>
                    <a:pt x="273440" y="256124"/>
                    <a:pt x="268826" y="258193"/>
                  </a:cubicBezTo>
                  <a:cubicBezTo>
                    <a:pt x="269939" y="252094"/>
                    <a:pt x="270205" y="246101"/>
                    <a:pt x="269038" y="240692"/>
                  </a:cubicBezTo>
                  <a:lnTo>
                    <a:pt x="263363" y="242124"/>
                  </a:lnTo>
                  <a:lnTo>
                    <a:pt x="262674" y="243238"/>
                  </a:lnTo>
                  <a:lnTo>
                    <a:pt x="251113" y="254798"/>
                  </a:lnTo>
                  <a:cubicBezTo>
                    <a:pt x="250954" y="253367"/>
                    <a:pt x="250688" y="251935"/>
                    <a:pt x="250423" y="250609"/>
                  </a:cubicBezTo>
                  <a:lnTo>
                    <a:pt x="244325" y="253526"/>
                  </a:lnTo>
                  <a:lnTo>
                    <a:pt x="264955" y="232896"/>
                  </a:lnTo>
                  <a:lnTo>
                    <a:pt x="282455" y="250397"/>
                  </a:lnTo>
                  <a:moveTo>
                    <a:pt x="220354" y="266147"/>
                  </a:moveTo>
                  <a:lnTo>
                    <a:pt x="267924" y="313718"/>
                  </a:lnTo>
                  <a:lnTo>
                    <a:pt x="273970" y="307673"/>
                  </a:lnTo>
                  <a:lnTo>
                    <a:pt x="272061" y="305764"/>
                  </a:lnTo>
                  <a:lnTo>
                    <a:pt x="304941" y="272883"/>
                  </a:lnTo>
                  <a:lnTo>
                    <a:pt x="306850" y="274792"/>
                  </a:lnTo>
                  <a:lnTo>
                    <a:pt x="313214" y="268428"/>
                  </a:lnTo>
                  <a:lnTo>
                    <a:pt x="265644" y="220858"/>
                  </a:lnTo>
                  <a:lnTo>
                    <a:pt x="220354" y="266147"/>
                  </a:lnTo>
                  <a:moveTo>
                    <a:pt x="303244" y="231941"/>
                  </a:moveTo>
                  <a:cubicBezTo>
                    <a:pt x="301494" y="230085"/>
                    <a:pt x="299797" y="228388"/>
                    <a:pt x="298312" y="226903"/>
                  </a:cubicBezTo>
                  <a:lnTo>
                    <a:pt x="296350" y="224941"/>
                  </a:lnTo>
                  <a:lnTo>
                    <a:pt x="300539" y="220751"/>
                  </a:lnTo>
                  <a:lnTo>
                    <a:pt x="307487" y="227699"/>
                  </a:lnTo>
                  <a:lnTo>
                    <a:pt x="303244" y="231941"/>
                  </a:lnTo>
                  <a:moveTo>
                    <a:pt x="287864" y="208076"/>
                  </a:moveTo>
                  <a:lnTo>
                    <a:pt x="295448" y="215660"/>
                  </a:lnTo>
                  <a:lnTo>
                    <a:pt x="291259" y="219850"/>
                  </a:lnTo>
                  <a:lnTo>
                    <a:pt x="283675" y="212266"/>
                  </a:lnTo>
                  <a:lnTo>
                    <a:pt x="287864" y="208076"/>
                  </a:lnTo>
                  <a:moveTo>
                    <a:pt x="288236" y="197947"/>
                  </a:moveTo>
                  <a:lnTo>
                    <a:pt x="273334" y="212849"/>
                  </a:lnTo>
                  <a:lnTo>
                    <a:pt x="292903" y="232418"/>
                  </a:lnTo>
                  <a:cubicBezTo>
                    <a:pt x="300380" y="239896"/>
                    <a:pt x="310403" y="250344"/>
                    <a:pt x="314699" y="260155"/>
                  </a:cubicBezTo>
                  <a:cubicBezTo>
                    <a:pt x="316396" y="259519"/>
                    <a:pt x="320798" y="259041"/>
                    <a:pt x="322760" y="259201"/>
                  </a:cubicBezTo>
                  <a:cubicBezTo>
                    <a:pt x="319949" y="252147"/>
                    <a:pt x="314116" y="244298"/>
                    <a:pt x="308229" y="237457"/>
                  </a:cubicBezTo>
                  <a:lnTo>
                    <a:pt x="312737" y="232949"/>
                  </a:lnTo>
                  <a:lnTo>
                    <a:pt x="323980" y="244192"/>
                  </a:lnTo>
                  <a:cubicBezTo>
                    <a:pt x="324616" y="244828"/>
                    <a:pt x="324616" y="245147"/>
                    <a:pt x="324086" y="245783"/>
                  </a:cubicBezTo>
                  <a:cubicBezTo>
                    <a:pt x="323503" y="246367"/>
                    <a:pt x="321965" y="247904"/>
                    <a:pt x="320268" y="249389"/>
                  </a:cubicBezTo>
                  <a:cubicBezTo>
                    <a:pt x="322442" y="250185"/>
                    <a:pt x="325677" y="251935"/>
                    <a:pt x="327321" y="253261"/>
                  </a:cubicBezTo>
                  <a:cubicBezTo>
                    <a:pt x="330132" y="250450"/>
                    <a:pt x="331988" y="248381"/>
                    <a:pt x="332465" y="245889"/>
                  </a:cubicBezTo>
                  <a:cubicBezTo>
                    <a:pt x="333049" y="243503"/>
                    <a:pt x="331829" y="241540"/>
                    <a:pt x="329284" y="238995"/>
                  </a:cubicBezTo>
                  <a:lnTo>
                    <a:pt x="288236" y="197947"/>
                  </a:lnTo>
                  <a:moveTo>
                    <a:pt x="336019" y="229396"/>
                  </a:moveTo>
                  <a:lnTo>
                    <a:pt x="331193" y="224570"/>
                  </a:lnTo>
                  <a:cubicBezTo>
                    <a:pt x="333420" y="224570"/>
                    <a:pt x="336178" y="224676"/>
                    <a:pt x="337556" y="224994"/>
                  </a:cubicBezTo>
                  <a:cubicBezTo>
                    <a:pt x="337504" y="220804"/>
                    <a:pt x="336761" y="216244"/>
                    <a:pt x="335541" y="211630"/>
                  </a:cubicBezTo>
                  <a:cubicBezTo>
                    <a:pt x="339413" y="212319"/>
                    <a:pt x="342966" y="213115"/>
                    <a:pt x="345617" y="214069"/>
                  </a:cubicBezTo>
                  <a:lnTo>
                    <a:pt x="346360" y="207175"/>
                  </a:lnTo>
                  <a:lnTo>
                    <a:pt x="352300" y="213115"/>
                  </a:lnTo>
                  <a:lnTo>
                    <a:pt x="336019" y="229396"/>
                  </a:lnTo>
                  <a:moveTo>
                    <a:pt x="315707" y="209084"/>
                  </a:moveTo>
                  <a:cubicBezTo>
                    <a:pt x="319472" y="209350"/>
                    <a:pt x="323503" y="209774"/>
                    <a:pt x="327427" y="210304"/>
                  </a:cubicBezTo>
                  <a:cubicBezTo>
                    <a:pt x="328700" y="214652"/>
                    <a:pt x="329495" y="218948"/>
                    <a:pt x="329549" y="222926"/>
                  </a:cubicBezTo>
                  <a:lnTo>
                    <a:pt x="315707" y="209084"/>
                  </a:lnTo>
                  <a:moveTo>
                    <a:pt x="344716" y="205531"/>
                  </a:moveTo>
                  <a:cubicBezTo>
                    <a:pt x="341428" y="204682"/>
                    <a:pt x="337345" y="203993"/>
                    <a:pt x="332996" y="203462"/>
                  </a:cubicBezTo>
                  <a:cubicBezTo>
                    <a:pt x="330928" y="197894"/>
                    <a:pt x="328223" y="192326"/>
                    <a:pt x="325200" y="186970"/>
                  </a:cubicBezTo>
                  <a:lnTo>
                    <a:pt x="318783" y="190947"/>
                  </a:lnTo>
                  <a:cubicBezTo>
                    <a:pt x="321063" y="194712"/>
                    <a:pt x="323026" y="198584"/>
                    <a:pt x="324722" y="202508"/>
                  </a:cubicBezTo>
                  <a:cubicBezTo>
                    <a:pt x="321382" y="202243"/>
                    <a:pt x="318146" y="202084"/>
                    <a:pt x="315176" y="201978"/>
                  </a:cubicBezTo>
                  <a:lnTo>
                    <a:pt x="314381" y="207758"/>
                  </a:lnTo>
                  <a:lnTo>
                    <a:pt x="311040" y="204417"/>
                  </a:lnTo>
                  <a:lnTo>
                    <a:pt x="305206" y="210251"/>
                  </a:lnTo>
                  <a:lnTo>
                    <a:pt x="336019" y="241063"/>
                  </a:lnTo>
                  <a:lnTo>
                    <a:pt x="358133" y="218948"/>
                  </a:lnTo>
                  <a:lnTo>
                    <a:pt x="360308" y="221123"/>
                  </a:lnTo>
                  <a:lnTo>
                    <a:pt x="366088" y="215342"/>
                  </a:lnTo>
                  <a:lnTo>
                    <a:pt x="333049" y="182302"/>
                  </a:lnTo>
                  <a:lnTo>
                    <a:pt x="327268" y="188083"/>
                  </a:lnTo>
                  <a:lnTo>
                    <a:pt x="344716" y="205531"/>
                  </a:lnTo>
                  <a:moveTo>
                    <a:pt x="313904" y="183204"/>
                  </a:moveTo>
                  <a:cubicBezTo>
                    <a:pt x="310828" y="182038"/>
                    <a:pt x="305949" y="180764"/>
                    <a:pt x="302290" y="179863"/>
                  </a:cubicBezTo>
                  <a:lnTo>
                    <a:pt x="298577" y="187394"/>
                  </a:lnTo>
                  <a:cubicBezTo>
                    <a:pt x="301176" y="188189"/>
                    <a:pt x="304305" y="189091"/>
                    <a:pt x="307010" y="190099"/>
                  </a:cubicBezTo>
                  <a:lnTo>
                    <a:pt x="295024" y="202084"/>
                  </a:lnTo>
                  <a:lnTo>
                    <a:pt x="300911" y="207970"/>
                  </a:lnTo>
                  <a:lnTo>
                    <a:pt x="331087" y="177794"/>
                  </a:lnTo>
                  <a:lnTo>
                    <a:pt x="325200" y="171908"/>
                  </a:lnTo>
                  <a:lnTo>
                    <a:pt x="313904" y="183204"/>
                  </a:lnTo>
                  <a:moveTo>
                    <a:pt x="398545" y="168143"/>
                  </a:moveTo>
                  <a:lnTo>
                    <a:pt x="396953" y="161354"/>
                  </a:lnTo>
                  <a:cubicBezTo>
                    <a:pt x="389688" y="164908"/>
                    <a:pt x="378816" y="171961"/>
                    <a:pt x="370914" y="178378"/>
                  </a:cubicBezTo>
                  <a:lnTo>
                    <a:pt x="372134" y="185326"/>
                  </a:lnTo>
                  <a:cubicBezTo>
                    <a:pt x="379930" y="179120"/>
                    <a:pt x="390430" y="172438"/>
                    <a:pt x="397643" y="169044"/>
                  </a:cubicBezTo>
                  <a:lnTo>
                    <a:pt x="372559" y="194129"/>
                  </a:lnTo>
                  <a:lnTo>
                    <a:pt x="356861" y="178431"/>
                  </a:lnTo>
                  <a:cubicBezTo>
                    <a:pt x="359035" y="178802"/>
                    <a:pt x="361793" y="179651"/>
                    <a:pt x="363437" y="180446"/>
                  </a:cubicBezTo>
                  <a:cubicBezTo>
                    <a:pt x="365611" y="176893"/>
                    <a:pt x="367679" y="173022"/>
                    <a:pt x="369430" y="169044"/>
                  </a:cubicBezTo>
                  <a:lnTo>
                    <a:pt x="370172" y="173711"/>
                  </a:lnTo>
                  <a:cubicBezTo>
                    <a:pt x="375581" y="170211"/>
                    <a:pt x="383112" y="166499"/>
                    <a:pt x="387673" y="164801"/>
                  </a:cubicBezTo>
                  <a:lnTo>
                    <a:pt x="386347" y="158384"/>
                  </a:lnTo>
                  <a:cubicBezTo>
                    <a:pt x="382051" y="160028"/>
                    <a:pt x="375528" y="163476"/>
                    <a:pt x="370437" y="166764"/>
                  </a:cubicBezTo>
                  <a:cubicBezTo>
                    <a:pt x="371233" y="164696"/>
                    <a:pt x="372028" y="162627"/>
                    <a:pt x="372664" y="160506"/>
                  </a:cubicBezTo>
                  <a:cubicBezTo>
                    <a:pt x="378869" y="158543"/>
                    <a:pt x="384968" y="155627"/>
                    <a:pt x="390536" y="151967"/>
                  </a:cubicBezTo>
                  <a:cubicBezTo>
                    <a:pt x="390006" y="150271"/>
                    <a:pt x="389476" y="147407"/>
                    <a:pt x="389317" y="145126"/>
                  </a:cubicBezTo>
                  <a:lnTo>
                    <a:pt x="405439" y="161248"/>
                  </a:lnTo>
                  <a:lnTo>
                    <a:pt x="398545" y="168143"/>
                  </a:lnTo>
                  <a:moveTo>
                    <a:pt x="349595" y="148255"/>
                  </a:moveTo>
                  <a:cubicBezTo>
                    <a:pt x="350921" y="154778"/>
                    <a:pt x="350338" y="162787"/>
                    <a:pt x="348481" y="169522"/>
                  </a:cubicBezTo>
                  <a:cubicBezTo>
                    <a:pt x="350497" y="169204"/>
                    <a:pt x="354368" y="169044"/>
                    <a:pt x="356330" y="169097"/>
                  </a:cubicBezTo>
                  <a:cubicBezTo>
                    <a:pt x="356701" y="167347"/>
                    <a:pt x="357020" y="165438"/>
                    <a:pt x="357179" y="163476"/>
                  </a:cubicBezTo>
                  <a:cubicBezTo>
                    <a:pt x="359353" y="163423"/>
                    <a:pt x="361634" y="163157"/>
                    <a:pt x="364020" y="162787"/>
                  </a:cubicBezTo>
                  <a:cubicBezTo>
                    <a:pt x="361846" y="167824"/>
                    <a:pt x="358982" y="172916"/>
                    <a:pt x="355906" y="177476"/>
                  </a:cubicBezTo>
                  <a:lnTo>
                    <a:pt x="338140" y="159710"/>
                  </a:lnTo>
                  <a:lnTo>
                    <a:pt x="349595" y="148255"/>
                  </a:lnTo>
                  <a:moveTo>
                    <a:pt x="368687" y="146558"/>
                  </a:moveTo>
                  <a:cubicBezTo>
                    <a:pt x="368369" y="149316"/>
                    <a:pt x="367838" y="152180"/>
                    <a:pt x="366778" y="155150"/>
                  </a:cubicBezTo>
                  <a:cubicBezTo>
                    <a:pt x="363914" y="156104"/>
                    <a:pt x="361103" y="156581"/>
                    <a:pt x="358505" y="156740"/>
                  </a:cubicBezTo>
                  <a:lnTo>
                    <a:pt x="368687" y="146558"/>
                  </a:lnTo>
                  <a:moveTo>
                    <a:pt x="388521" y="144331"/>
                  </a:moveTo>
                  <a:cubicBezTo>
                    <a:pt x="384173" y="147301"/>
                    <a:pt x="379505" y="150058"/>
                    <a:pt x="374892" y="152126"/>
                  </a:cubicBezTo>
                  <a:cubicBezTo>
                    <a:pt x="376006" y="146028"/>
                    <a:pt x="376271" y="140035"/>
                    <a:pt x="375104" y="134626"/>
                  </a:cubicBezTo>
                  <a:lnTo>
                    <a:pt x="369430" y="136058"/>
                  </a:lnTo>
                  <a:lnTo>
                    <a:pt x="368740" y="137171"/>
                  </a:lnTo>
                  <a:lnTo>
                    <a:pt x="357179" y="148733"/>
                  </a:lnTo>
                  <a:cubicBezTo>
                    <a:pt x="357020" y="147301"/>
                    <a:pt x="356755" y="145869"/>
                    <a:pt x="356489" y="144543"/>
                  </a:cubicBezTo>
                  <a:lnTo>
                    <a:pt x="350390" y="147460"/>
                  </a:lnTo>
                  <a:lnTo>
                    <a:pt x="371020" y="126830"/>
                  </a:lnTo>
                  <a:lnTo>
                    <a:pt x="388521" y="144331"/>
                  </a:lnTo>
                  <a:moveTo>
                    <a:pt x="326420" y="160082"/>
                  </a:moveTo>
                  <a:lnTo>
                    <a:pt x="373990" y="207652"/>
                  </a:lnTo>
                  <a:lnTo>
                    <a:pt x="380036" y="201607"/>
                  </a:lnTo>
                  <a:lnTo>
                    <a:pt x="378127" y="199697"/>
                  </a:lnTo>
                  <a:lnTo>
                    <a:pt x="411007" y="166817"/>
                  </a:lnTo>
                  <a:lnTo>
                    <a:pt x="412916" y="168726"/>
                  </a:lnTo>
                  <a:lnTo>
                    <a:pt x="419281" y="162362"/>
                  </a:lnTo>
                  <a:lnTo>
                    <a:pt x="371710" y="114791"/>
                  </a:lnTo>
                  <a:lnTo>
                    <a:pt x="326420" y="160082"/>
                  </a:lnTo>
                  <a:moveTo>
                    <a:pt x="274765" y="424822"/>
                  </a:moveTo>
                  <a:lnTo>
                    <a:pt x="281819" y="417769"/>
                  </a:lnTo>
                  <a:lnTo>
                    <a:pt x="265432" y="401382"/>
                  </a:lnTo>
                  <a:cubicBezTo>
                    <a:pt x="261719" y="397670"/>
                    <a:pt x="255620" y="392843"/>
                    <a:pt x="251537" y="389503"/>
                  </a:cubicBezTo>
                  <a:lnTo>
                    <a:pt x="251749" y="389290"/>
                  </a:lnTo>
                  <a:lnTo>
                    <a:pt x="264106" y="395389"/>
                  </a:lnTo>
                  <a:lnTo>
                    <a:pt x="286698" y="405784"/>
                  </a:lnTo>
                  <a:lnTo>
                    <a:pt x="291206" y="401276"/>
                  </a:lnTo>
                  <a:lnTo>
                    <a:pt x="280758" y="378737"/>
                  </a:lnTo>
                  <a:lnTo>
                    <a:pt x="274712" y="366327"/>
                  </a:lnTo>
                  <a:lnTo>
                    <a:pt x="274978" y="366062"/>
                  </a:lnTo>
                  <a:cubicBezTo>
                    <a:pt x="278266" y="370198"/>
                    <a:pt x="283145" y="376244"/>
                    <a:pt x="286857" y="379957"/>
                  </a:cubicBezTo>
                  <a:lnTo>
                    <a:pt x="303244" y="396344"/>
                  </a:lnTo>
                  <a:lnTo>
                    <a:pt x="310403" y="389184"/>
                  </a:lnTo>
                  <a:lnTo>
                    <a:pt x="271106" y="349887"/>
                  </a:lnTo>
                  <a:lnTo>
                    <a:pt x="262409" y="358584"/>
                  </a:lnTo>
                  <a:lnTo>
                    <a:pt x="274288" y="383510"/>
                  </a:lnTo>
                  <a:cubicBezTo>
                    <a:pt x="275879" y="386798"/>
                    <a:pt x="277789" y="390086"/>
                    <a:pt x="279433" y="393427"/>
                  </a:cubicBezTo>
                  <a:lnTo>
                    <a:pt x="279167" y="393692"/>
                  </a:lnTo>
                  <a:cubicBezTo>
                    <a:pt x="275879" y="391995"/>
                    <a:pt x="272538" y="390139"/>
                    <a:pt x="269250" y="388548"/>
                  </a:cubicBezTo>
                  <a:lnTo>
                    <a:pt x="244165" y="376828"/>
                  </a:lnTo>
                  <a:lnTo>
                    <a:pt x="235468" y="385525"/>
                  </a:lnTo>
                  <a:lnTo>
                    <a:pt x="274765" y="424822"/>
                  </a:lnTo>
                  <a:moveTo>
                    <a:pt x="319394" y="380194"/>
                  </a:moveTo>
                  <a:lnTo>
                    <a:pt x="327190" y="372398"/>
                  </a:lnTo>
                  <a:lnTo>
                    <a:pt x="297491" y="342700"/>
                  </a:lnTo>
                  <a:lnTo>
                    <a:pt x="289695" y="350496"/>
                  </a:lnTo>
                  <a:lnTo>
                    <a:pt x="319394" y="380194"/>
                  </a:lnTo>
                  <a:moveTo>
                    <a:pt x="288847" y="341798"/>
                  </a:moveTo>
                  <a:cubicBezTo>
                    <a:pt x="291498" y="339147"/>
                    <a:pt x="291657" y="335594"/>
                    <a:pt x="289058" y="332995"/>
                  </a:cubicBezTo>
                  <a:cubicBezTo>
                    <a:pt x="286513" y="330449"/>
                    <a:pt x="282960" y="330608"/>
                    <a:pt x="280308" y="333260"/>
                  </a:cubicBezTo>
                  <a:cubicBezTo>
                    <a:pt x="277604" y="335965"/>
                    <a:pt x="277444" y="339518"/>
                    <a:pt x="279990" y="342064"/>
                  </a:cubicBezTo>
                  <a:cubicBezTo>
                    <a:pt x="282589" y="344662"/>
                    <a:pt x="286142" y="344503"/>
                    <a:pt x="288847" y="341798"/>
                  </a:cubicBezTo>
                  <a:moveTo>
                    <a:pt x="335500" y="364088"/>
                  </a:moveTo>
                  <a:lnTo>
                    <a:pt x="343296" y="356292"/>
                  </a:lnTo>
                  <a:lnTo>
                    <a:pt x="322879" y="335874"/>
                  </a:lnTo>
                  <a:cubicBezTo>
                    <a:pt x="322879" y="331525"/>
                    <a:pt x="323249" y="328820"/>
                    <a:pt x="325689" y="326381"/>
                  </a:cubicBezTo>
                  <a:cubicBezTo>
                    <a:pt x="328606" y="323464"/>
                    <a:pt x="331470" y="323783"/>
                    <a:pt x="336083" y="328396"/>
                  </a:cubicBezTo>
                  <a:lnTo>
                    <a:pt x="353638" y="345950"/>
                  </a:lnTo>
                  <a:lnTo>
                    <a:pt x="361433" y="338155"/>
                  </a:lnTo>
                  <a:lnTo>
                    <a:pt x="342925" y="319646"/>
                  </a:lnTo>
                  <a:cubicBezTo>
                    <a:pt x="335447" y="312169"/>
                    <a:pt x="328235" y="310471"/>
                    <a:pt x="321818" y="316888"/>
                  </a:cubicBezTo>
                  <a:cubicBezTo>
                    <a:pt x="317787" y="320919"/>
                    <a:pt x="316886" y="326063"/>
                    <a:pt x="316832" y="331207"/>
                  </a:cubicBezTo>
                  <a:lnTo>
                    <a:pt x="316673" y="331366"/>
                  </a:lnTo>
                  <a:lnTo>
                    <a:pt x="312166" y="328025"/>
                  </a:lnTo>
                  <a:lnTo>
                    <a:pt x="305802" y="334389"/>
                  </a:lnTo>
                  <a:lnTo>
                    <a:pt x="335500" y="364088"/>
                  </a:lnTo>
                  <a:moveTo>
                    <a:pt x="380665" y="320408"/>
                  </a:moveTo>
                  <a:cubicBezTo>
                    <a:pt x="383740" y="317332"/>
                    <a:pt x="385013" y="312665"/>
                    <a:pt x="385066" y="308370"/>
                  </a:cubicBezTo>
                  <a:lnTo>
                    <a:pt x="385279" y="308158"/>
                  </a:lnTo>
                  <a:lnTo>
                    <a:pt x="388937" y="310650"/>
                  </a:lnTo>
                  <a:lnTo>
                    <a:pt x="395249" y="304339"/>
                  </a:lnTo>
                  <a:lnTo>
                    <a:pt x="352928" y="262019"/>
                  </a:lnTo>
                  <a:lnTo>
                    <a:pt x="345185" y="269762"/>
                  </a:lnTo>
                  <a:lnTo>
                    <a:pt x="355633" y="280209"/>
                  </a:lnTo>
                  <a:lnTo>
                    <a:pt x="360565" y="284611"/>
                  </a:lnTo>
                  <a:cubicBezTo>
                    <a:pt x="356482" y="284770"/>
                    <a:pt x="353140" y="285566"/>
                    <a:pt x="349799" y="288907"/>
                  </a:cubicBezTo>
                  <a:cubicBezTo>
                    <a:pt x="343382" y="295324"/>
                    <a:pt x="343276" y="307309"/>
                    <a:pt x="352928" y="316961"/>
                  </a:cubicBezTo>
                  <a:cubicBezTo>
                    <a:pt x="362686" y="326719"/>
                    <a:pt x="373293" y="327780"/>
                    <a:pt x="380665" y="320408"/>
                  </a:cubicBezTo>
                  <a:moveTo>
                    <a:pt x="376263" y="311976"/>
                  </a:moveTo>
                  <a:cubicBezTo>
                    <a:pt x="372338" y="315901"/>
                    <a:pt x="367035" y="315052"/>
                    <a:pt x="360883" y="308900"/>
                  </a:cubicBezTo>
                  <a:cubicBezTo>
                    <a:pt x="354943" y="302960"/>
                    <a:pt x="354572" y="296968"/>
                    <a:pt x="357913" y="293627"/>
                  </a:cubicBezTo>
                  <a:cubicBezTo>
                    <a:pt x="359770" y="291770"/>
                    <a:pt x="362262" y="290444"/>
                    <a:pt x="365709" y="290285"/>
                  </a:cubicBezTo>
                  <a:lnTo>
                    <a:pt x="378755" y="303332"/>
                  </a:lnTo>
                  <a:cubicBezTo>
                    <a:pt x="379232" y="307309"/>
                    <a:pt x="378331" y="309908"/>
                    <a:pt x="376263" y="311976"/>
                  </a:cubicBezTo>
                  <a:moveTo>
                    <a:pt x="404240" y="295348"/>
                  </a:moveTo>
                  <a:lnTo>
                    <a:pt x="411294" y="288294"/>
                  </a:lnTo>
                  <a:lnTo>
                    <a:pt x="394907" y="271907"/>
                  </a:lnTo>
                  <a:cubicBezTo>
                    <a:pt x="391195" y="268195"/>
                    <a:pt x="385096" y="263368"/>
                    <a:pt x="381012" y="260027"/>
                  </a:cubicBezTo>
                  <a:lnTo>
                    <a:pt x="381224" y="259815"/>
                  </a:lnTo>
                  <a:lnTo>
                    <a:pt x="393581" y="265914"/>
                  </a:lnTo>
                  <a:lnTo>
                    <a:pt x="416173" y="276308"/>
                  </a:lnTo>
                  <a:lnTo>
                    <a:pt x="420681" y="271801"/>
                  </a:lnTo>
                  <a:lnTo>
                    <a:pt x="410233" y="249262"/>
                  </a:lnTo>
                  <a:lnTo>
                    <a:pt x="404188" y="236852"/>
                  </a:lnTo>
                  <a:lnTo>
                    <a:pt x="404453" y="236587"/>
                  </a:lnTo>
                  <a:cubicBezTo>
                    <a:pt x="407741" y="240724"/>
                    <a:pt x="412620" y="246769"/>
                    <a:pt x="416332" y="250481"/>
                  </a:cubicBezTo>
                  <a:lnTo>
                    <a:pt x="432719" y="266869"/>
                  </a:lnTo>
                  <a:lnTo>
                    <a:pt x="439879" y="259709"/>
                  </a:lnTo>
                  <a:lnTo>
                    <a:pt x="400581" y="220412"/>
                  </a:lnTo>
                  <a:lnTo>
                    <a:pt x="391884" y="229109"/>
                  </a:lnTo>
                  <a:lnTo>
                    <a:pt x="403763" y="254035"/>
                  </a:lnTo>
                  <a:cubicBezTo>
                    <a:pt x="405354" y="257323"/>
                    <a:pt x="407263" y="260611"/>
                    <a:pt x="408907" y="263952"/>
                  </a:cubicBezTo>
                  <a:lnTo>
                    <a:pt x="408643" y="264217"/>
                  </a:lnTo>
                  <a:cubicBezTo>
                    <a:pt x="405354" y="262520"/>
                    <a:pt x="402013" y="260664"/>
                    <a:pt x="398725" y="259073"/>
                  </a:cubicBezTo>
                  <a:lnTo>
                    <a:pt x="373640" y="247352"/>
                  </a:lnTo>
                  <a:lnTo>
                    <a:pt x="364943" y="256050"/>
                  </a:lnTo>
                  <a:lnTo>
                    <a:pt x="404240" y="295348"/>
                  </a:lnTo>
                  <a:moveTo>
                    <a:pt x="456929" y="244143"/>
                  </a:moveTo>
                  <a:cubicBezTo>
                    <a:pt x="460324" y="240749"/>
                    <a:pt x="461597" y="236082"/>
                    <a:pt x="461968" y="231256"/>
                  </a:cubicBezTo>
                  <a:lnTo>
                    <a:pt x="462180" y="231044"/>
                  </a:lnTo>
                  <a:lnTo>
                    <a:pt x="465892" y="233696"/>
                  </a:lnTo>
                  <a:lnTo>
                    <a:pt x="472256" y="227332"/>
                  </a:lnTo>
                  <a:lnTo>
                    <a:pt x="454915" y="209990"/>
                  </a:lnTo>
                  <a:cubicBezTo>
                    <a:pt x="446323" y="201398"/>
                    <a:pt x="437944" y="200762"/>
                    <a:pt x="430413" y="208293"/>
                  </a:cubicBezTo>
                  <a:cubicBezTo>
                    <a:pt x="425746" y="212960"/>
                    <a:pt x="423254" y="218953"/>
                    <a:pt x="421928" y="224627"/>
                  </a:cubicBezTo>
                  <a:lnTo>
                    <a:pt x="429883" y="226960"/>
                  </a:lnTo>
                  <a:cubicBezTo>
                    <a:pt x="431050" y="222612"/>
                    <a:pt x="432481" y="218740"/>
                    <a:pt x="435239" y="215983"/>
                  </a:cubicBezTo>
                  <a:cubicBezTo>
                    <a:pt x="438898" y="212323"/>
                    <a:pt x="442399" y="213278"/>
                    <a:pt x="445475" y="216035"/>
                  </a:cubicBezTo>
                  <a:cubicBezTo>
                    <a:pt x="434762" y="229294"/>
                    <a:pt x="432959" y="237779"/>
                    <a:pt x="439323" y="244143"/>
                  </a:cubicBezTo>
                  <a:cubicBezTo>
                    <a:pt x="444361" y="249181"/>
                    <a:pt x="451627" y="249446"/>
                    <a:pt x="456929" y="244143"/>
                  </a:cubicBezTo>
                  <a:moveTo>
                    <a:pt x="453376" y="235499"/>
                  </a:moveTo>
                  <a:cubicBezTo>
                    <a:pt x="451096" y="237779"/>
                    <a:pt x="448444" y="238415"/>
                    <a:pt x="446111" y="236082"/>
                  </a:cubicBezTo>
                  <a:cubicBezTo>
                    <a:pt x="443459" y="233431"/>
                    <a:pt x="443884" y="228976"/>
                    <a:pt x="450248" y="220808"/>
                  </a:cubicBezTo>
                  <a:lnTo>
                    <a:pt x="456240" y="226801"/>
                  </a:lnTo>
                  <a:cubicBezTo>
                    <a:pt x="456187" y="230567"/>
                    <a:pt x="455604" y="233272"/>
                    <a:pt x="453376" y="235499"/>
                  </a:cubicBezTo>
                  <a:moveTo>
                    <a:pt x="489430" y="211643"/>
                  </a:moveTo>
                  <a:cubicBezTo>
                    <a:pt x="497172" y="203900"/>
                    <a:pt x="497066" y="195628"/>
                    <a:pt x="491869" y="190430"/>
                  </a:cubicBezTo>
                  <a:cubicBezTo>
                    <a:pt x="486353" y="184915"/>
                    <a:pt x="480043" y="187301"/>
                    <a:pt x="474633" y="189741"/>
                  </a:cubicBezTo>
                  <a:cubicBezTo>
                    <a:pt x="470338" y="191703"/>
                    <a:pt x="466784" y="193665"/>
                    <a:pt x="464610" y="191491"/>
                  </a:cubicBezTo>
                  <a:cubicBezTo>
                    <a:pt x="462913" y="189794"/>
                    <a:pt x="463019" y="187354"/>
                    <a:pt x="465724" y="184649"/>
                  </a:cubicBezTo>
                  <a:cubicBezTo>
                    <a:pt x="467898" y="182475"/>
                    <a:pt x="470974" y="181415"/>
                    <a:pt x="474633" y="180831"/>
                  </a:cubicBezTo>
                  <a:lnTo>
                    <a:pt x="473413" y="172611"/>
                  </a:lnTo>
                  <a:cubicBezTo>
                    <a:pt x="469118" y="173194"/>
                    <a:pt x="463973" y="174733"/>
                    <a:pt x="459678" y="179028"/>
                  </a:cubicBezTo>
                  <a:cubicBezTo>
                    <a:pt x="452890" y="185816"/>
                    <a:pt x="452359" y="193877"/>
                    <a:pt x="457663" y="199181"/>
                  </a:cubicBezTo>
                  <a:cubicBezTo>
                    <a:pt x="462648" y="204166"/>
                    <a:pt x="469118" y="202256"/>
                    <a:pt x="474315" y="199923"/>
                  </a:cubicBezTo>
                  <a:cubicBezTo>
                    <a:pt x="478664" y="198014"/>
                    <a:pt x="482747" y="195946"/>
                    <a:pt x="484975" y="198173"/>
                  </a:cubicBezTo>
                  <a:cubicBezTo>
                    <a:pt x="486831" y="200029"/>
                    <a:pt x="486778" y="202628"/>
                    <a:pt x="483808" y="205598"/>
                  </a:cubicBezTo>
                  <a:cubicBezTo>
                    <a:pt x="481050" y="208355"/>
                    <a:pt x="477338" y="209734"/>
                    <a:pt x="472618" y="210317"/>
                  </a:cubicBezTo>
                  <a:lnTo>
                    <a:pt x="473944" y="218750"/>
                  </a:lnTo>
                  <a:cubicBezTo>
                    <a:pt x="479353" y="218219"/>
                    <a:pt x="485452" y="215621"/>
                    <a:pt x="489430" y="211643"/>
                  </a:cubicBezTo>
                  <a:moveTo>
                    <a:pt x="516830" y="184243"/>
                  </a:moveTo>
                  <a:cubicBezTo>
                    <a:pt x="519429" y="181644"/>
                    <a:pt x="520914" y="178992"/>
                    <a:pt x="521975" y="176871"/>
                  </a:cubicBezTo>
                  <a:lnTo>
                    <a:pt x="515027" y="172469"/>
                  </a:lnTo>
                  <a:cubicBezTo>
                    <a:pt x="514550" y="173582"/>
                    <a:pt x="513701" y="175067"/>
                    <a:pt x="512747" y="176022"/>
                  </a:cubicBezTo>
                  <a:cubicBezTo>
                    <a:pt x="510095" y="178674"/>
                    <a:pt x="507125" y="178462"/>
                    <a:pt x="503731" y="175067"/>
                  </a:cubicBezTo>
                  <a:lnTo>
                    <a:pt x="490579" y="161915"/>
                  </a:lnTo>
                  <a:lnTo>
                    <a:pt x="497897" y="154597"/>
                  </a:lnTo>
                  <a:lnTo>
                    <a:pt x="491746" y="148445"/>
                  </a:lnTo>
                  <a:lnTo>
                    <a:pt x="484427" y="155764"/>
                  </a:lnTo>
                  <a:lnTo>
                    <a:pt x="476419" y="147755"/>
                  </a:lnTo>
                  <a:lnTo>
                    <a:pt x="469949" y="154226"/>
                  </a:lnTo>
                  <a:lnTo>
                    <a:pt x="477056" y="163135"/>
                  </a:lnTo>
                  <a:lnTo>
                    <a:pt x="472813" y="168120"/>
                  </a:lnTo>
                  <a:lnTo>
                    <a:pt x="478594" y="173901"/>
                  </a:lnTo>
                  <a:lnTo>
                    <a:pt x="482783" y="169711"/>
                  </a:lnTo>
                  <a:lnTo>
                    <a:pt x="495935" y="182863"/>
                  </a:lnTo>
                  <a:cubicBezTo>
                    <a:pt x="502565" y="189493"/>
                    <a:pt x="509777" y="191296"/>
                    <a:pt x="516830" y="184243"/>
                  </a:cubicBezTo>
                  <a:moveTo>
                    <a:pt x="540184" y="160888"/>
                  </a:moveTo>
                  <a:cubicBezTo>
                    <a:pt x="543844" y="157229"/>
                    <a:pt x="546336" y="152191"/>
                    <a:pt x="547238" y="147259"/>
                  </a:cubicBezTo>
                  <a:lnTo>
                    <a:pt x="539813" y="145138"/>
                  </a:lnTo>
                  <a:cubicBezTo>
                    <a:pt x="539018" y="148585"/>
                    <a:pt x="537639" y="151448"/>
                    <a:pt x="535199" y="153888"/>
                  </a:cubicBezTo>
                  <a:cubicBezTo>
                    <a:pt x="530798" y="158290"/>
                    <a:pt x="525070" y="158926"/>
                    <a:pt x="519554" y="154684"/>
                  </a:cubicBezTo>
                  <a:lnTo>
                    <a:pt x="537851" y="136387"/>
                  </a:lnTo>
                  <a:cubicBezTo>
                    <a:pt x="537374" y="135485"/>
                    <a:pt x="536101" y="133895"/>
                    <a:pt x="534616" y="132410"/>
                  </a:cubicBezTo>
                  <a:cubicBezTo>
                    <a:pt x="526449" y="124243"/>
                    <a:pt x="516214" y="122492"/>
                    <a:pt x="508046" y="130660"/>
                  </a:cubicBezTo>
                  <a:cubicBezTo>
                    <a:pt x="500993" y="137713"/>
                    <a:pt x="500198" y="150494"/>
                    <a:pt x="509797" y="160093"/>
                  </a:cubicBezTo>
                  <a:cubicBezTo>
                    <a:pt x="519608" y="169904"/>
                    <a:pt x="531858" y="169214"/>
                    <a:pt x="540184" y="160888"/>
                  </a:cubicBezTo>
                  <a:moveTo>
                    <a:pt x="514252" y="149593"/>
                  </a:moveTo>
                  <a:cubicBezTo>
                    <a:pt x="510539" y="144713"/>
                    <a:pt x="511069" y="139728"/>
                    <a:pt x="514198" y="136599"/>
                  </a:cubicBezTo>
                  <a:cubicBezTo>
                    <a:pt x="518017" y="132781"/>
                    <a:pt x="522365" y="133523"/>
                    <a:pt x="526343" y="137501"/>
                  </a:cubicBezTo>
                  <a:lnTo>
                    <a:pt x="514252" y="149593"/>
                  </a:lnTo>
                  <a:moveTo>
                    <a:pt x="557317" y="142271"/>
                  </a:moveTo>
                  <a:lnTo>
                    <a:pt x="565113" y="134475"/>
                  </a:lnTo>
                  <a:lnTo>
                    <a:pt x="547400" y="116762"/>
                  </a:lnTo>
                  <a:cubicBezTo>
                    <a:pt x="544748" y="110822"/>
                    <a:pt x="546021" y="106474"/>
                    <a:pt x="548354" y="104140"/>
                  </a:cubicBezTo>
                  <a:cubicBezTo>
                    <a:pt x="549574" y="102920"/>
                    <a:pt x="550582" y="102231"/>
                    <a:pt x="551960" y="101488"/>
                  </a:cubicBezTo>
                  <a:lnTo>
                    <a:pt x="546551" y="93427"/>
                  </a:lnTo>
                  <a:cubicBezTo>
                    <a:pt x="545279" y="93958"/>
                    <a:pt x="544059" y="94647"/>
                    <a:pt x="542415" y="96291"/>
                  </a:cubicBezTo>
                  <a:cubicBezTo>
                    <a:pt x="539339" y="99367"/>
                    <a:pt x="538278" y="104671"/>
                    <a:pt x="539975" y="110716"/>
                  </a:cubicBezTo>
                  <a:lnTo>
                    <a:pt x="539816" y="110875"/>
                  </a:lnTo>
                  <a:lnTo>
                    <a:pt x="533983" y="106208"/>
                  </a:lnTo>
                  <a:lnTo>
                    <a:pt x="527618" y="112573"/>
                  </a:lnTo>
                  <a:lnTo>
                    <a:pt x="557317" y="142271"/>
                  </a:lnTo>
                </a:path>
              </a:pathLst>
            </a:custGeom>
            <a:solidFill>
              <a:srgbClr val="999999">
                <a:alpha val="30000"/>
              </a:srgbClr>
            </a:solidFill>
          </p:spPr>
        </p:sp>
        <p:sp>
          <p:nvSpPr>
            <p:cNvPr id="181" name="shape181"/>
            <p:cNvSpPr/>
            <p:nvPr/>
          </p:nvSpPr>
          <p:spPr>
            <a:xfrm>
              <a:off x="5263974" y="3569843"/>
              <a:ext cx="192000" cy="192000"/>
            </a:xfrm>
            <a:custGeom>
              <a:avLst/>
              <a:gdLst/>
              <a:ahLst/>
              <a:cxnLst/>
              <a:rect l="0" t="0" r="0" b="0"/>
              <a:pathLst>
                <a:path w="192000" h="192000">
                  <a:moveTo>
                    <a:pt x="83426" y="386789"/>
                  </a:moveTo>
                  <a:lnTo>
                    <a:pt x="51606" y="418609"/>
                  </a:lnTo>
                  <a:cubicBezTo>
                    <a:pt x="43204" y="427012"/>
                    <a:pt x="37083" y="433137"/>
                    <a:pt x="32653" y="438356"/>
                  </a:cubicBezTo>
                  <a:cubicBezTo>
                    <a:pt x="28254" y="443537"/>
                    <a:pt x="25770" y="447547"/>
                    <a:pt x="24445" y="451623"/>
                  </a:cubicBezTo>
                  <a:cubicBezTo>
                    <a:pt x="21968" y="459248"/>
                    <a:pt x="21968" y="467463"/>
                    <a:pt x="24445" y="475089"/>
                  </a:cubicBezTo>
                  <a:cubicBezTo>
                    <a:pt x="25770" y="479164"/>
                    <a:pt x="28254" y="483175"/>
                    <a:pt x="32653" y="488356"/>
                  </a:cubicBezTo>
                  <a:cubicBezTo>
                    <a:pt x="37083" y="493574"/>
                    <a:pt x="43204" y="499700"/>
                    <a:pt x="51606" y="508102"/>
                  </a:cubicBezTo>
                  <a:lnTo>
                    <a:pt x="83426" y="539922"/>
                  </a:lnTo>
                  <a:cubicBezTo>
                    <a:pt x="91829" y="548325"/>
                    <a:pt x="97954" y="554445"/>
                    <a:pt x="103173" y="558875"/>
                  </a:cubicBezTo>
                  <a:cubicBezTo>
                    <a:pt x="108354" y="563274"/>
                    <a:pt x="112364" y="565759"/>
                    <a:pt x="116440" y="567083"/>
                  </a:cubicBezTo>
                  <a:cubicBezTo>
                    <a:pt x="124066" y="569561"/>
                    <a:pt x="132280" y="569561"/>
                    <a:pt x="139906" y="567083"/>
                  </a:cubicBezTo>
                  <a:cubicBezTo>
                    <a:pt x="143981" y="565759"/>
                    <a:pt x="147992" y="563274"/>
                    <a:pt x="153173" y="558875"/>
                  </a:cubicBezTo>
                  <a:cubicBezTo>
                    <a:pt x="158392" y="554445"/>
                    <a:pt x="164516" y="548325"/>
                    <a:pt x="172919" y="539922"/>
                  </a:cubicBezTo>
                  <a:lnTo>
                    <a:pt x="204739" y="508102"/>
                  </a:lnTo>
                  <a:cubicBezTo>
                    <a:pt x="213142" y="499700"/>
                    <a:pt x="219262" y="493574"/>
                    <a:pt x="223693" y="488356"/>
                  </a:cubicBezTo>
                  <a:cubicBezTo>
                    <a:pt x="228091" y="483175"/>
                    <a:pt x="230576" y="479164"/>
                    <a:pt x="231900" y="475088"/>
                  </a:cubicBezTo>
                  <a:cubicBezTo>
                    <a:pt x="234378" y="467463"/>
                    <a:pt x="234378" y="459248"/>
                    <a:pt x="231900" y="451623"/>
                  </a:cubicBezTo>
                  <a:cubicBezTo>
                    <a:pt x="230576" y="447547"/>
                    <a:pt x="228091" y="443537"/>
                    <a:pt x="223693" y="438356"/>
                  </a:cubicBezTo>
                  <a:cubicBezTo>
                    <a:pt x="219262" y="433137"/>
                    <a:pt x="213142" y="427012"/>
                    <a:pt x="204739" y="418609"/>
                  </a:cubicBezTo>
                  <a:lnTo>
                    <a:pt x="172919" y="386789"/>
                  </a:lnTo>
                  <a:cubicBezTo>
                    <a:pt x="164516" y="378386"/>
                    <a:pt x="158392" y="372266"/>
                    <a:pt x="153173" y="367836"/>
                  </a:cubicBezTo>
                  <a:cubicBezTo>
                    <a:pt x="147992" y="363437"/>
                    <a:pt x="143981" y="360952"/>
                    <a:pt x="139906" y="359628"/>
                  </a:cubicBezTo>
                  <a:cubicBezTo>
                    <a:pt x="132280" y="357151"/>
                    <a:pt x="124066" y="357151"/>
                    <a:pt x="116440" y="359628"/>
                  </a:cubicBezTo>
                  <a:cubicBezTo>
                    <a:pt x="112364" y="360952"/>
                    <a:pt x="108354" y="363437"/>
                    <a:pt x="103173" y="367836"/>
                  </a:cubicBezTo>
                  <a:cubicBezTo>
                    <a:pt x="97954" y="372266"/>
                    <a:pt x="91829" y="378386"/>
                    <a:pt x="83426" y="386789"/>
                  </a:cubicBezTo>
                  <a:moveTo>
                    <a:pt x="20433" y="476392"/>
                  </a:moveTo>
                  <a:cubicBezTo>
                    <a:pt x="23563" y="486025"/>
                    <a:pt x="31916" y="494378"/>
                    <a:pt x="48623" y="511085"/>
                  </a:cubicBezTo>
                  <a:lnTo>
                    <a:pt x="80443" y="542905"/>
                  </a:lnTo>
                  <a:cubicBezTo>
                    <a:pt x="97150" y="559612"/>
                    <a:pt x="105503" y="567965"/>
                    <a:pt x="115136" y="571096"/>
                  </a:cubicBezTo>
                  <a:cubicBezTo>
                    <a:pt x="123609" y="573848"/>
                    <a:pt x="132736" y="573848"/>
                    <a:pt x="141209" y="571096"/>
                  </a:cubicBezTo>
                  <a:cubicBezTo>
                    <a:pt x="150842" y="567965"/>
                    <a:pt x="159196" y="559612"/>
                    <a:pt x="175903" y="542905"/>
                  </a:cubicBezTo>
                  <a:lnTo>
                    <a:pt x="207722" y="511085"/>
                  </a:lnTo>
                  <a:cubicBezTo>
                    <a:pt x="224429" y="494378"/>
                    <a:pt x="232783" y="486025"/>
                    <a:pt x="235913" y="476392"/>
                  </a:cubicBezTo>
                  <a:cubicBezTo>
                    <a:pt x="238666" y="467919"/>
                    <a:pt x="238666" y="458792"/>
                    <a:pt x="235913" y="450319"/>
                  </a:cubicBezTo>
                  <a:cubicBezTo>
                    <a:pt x="232783" y="440686"/>
                    <a:pt x="224429" y="432333"/>
                    <a:pt x="207722" y="415626"/>
                  </a:cubicBezTo>
                  <a:lnTo>
                    <a:pt x="175903" y="383806"/>
                  </a:lnTo>
                  <a:cubicBezTo>
                    <a:pt x="159196" y="367099"/>
                    <a:pt x="150842" y="358746"/>
                    <a:pt x="141209" y="355616"/>
                  </a:cubicBezTo>
                  <a:cubicBezTo>
                    <a:pt x="132736" y="352863"/>
                    <a:pt x="123609" y="352863"/>
                    <a:pt x="115136" y="355616"/>
                  </a:cubicBezTo>
                  <a:cubicBezTo>
                    <a:pt x="105503" y="358746"/>
                    <a:pt x="97150" y="367099"/>
                    <a:pt x="80443" y="383806"/>
                  </a:cubicBezTo>
                  <a:lnTo>
                    <a:pt x="48623" y="415626"/>
                  </a:lnTo>
                  <a:cubicBezTo>
                    <a:pt x="31916" y="432333"/>
                    <a:pt x="23563" y="440686"/>
                    <a:pt x="20433" y="450319"/>
                  </a:cubicBezTo>
                  <a:cubicBezTo>
                    <a:pt x="17680" y="458792"/>
                    <a:pt x="17680" y="467919"/>
                    <a:pt x="20433" y="476392"/>
                  </a:cubicBezTo>
                </a:path>
              </a:pathLst>
            </a:custGeom>
            <a:solidFill>
              <a:srgbClr val="999999">
                <a:alpha val="30000"/>
              </a:srgbClr>
            </a:solidFill>
          </p:spPr>
        </p:sp>
        <p:sp>
          <p:nvSpPr>
            <p:cNvPr id="182" name="shape182"/>
            <p:cNvSpPr/>
            <p:nvPr/>
          </p:nvSpPr>
          <p:spPr>
            <a:xfrm>
              <a:off x="5263974" y="3569843"/>
              <a:ext cx="192000" cy="192000"/>
            </a:xfrm>
            <a:custGeom>
              <a:avLst/>
              <a:gdLst/>
              <a:ahLst/>
              <a:cxnLst/>
              <a:rect l="0" t="0" r="0" b="0"/>
              <a:pathLst>
                <a:path w="192000" h="192000">
                  <a:moveTo>
                    <a:pt x="85406" y="472474"/>
                  </a:moveTo>
                  <a:lnTo>
                    <a:pt x="118879" y="505946"/>
                  </a:lnTo>
                  <a:lnTo>
                    <a:pt x="118879" y="495683"/>
                  </a:lnTo>
                  <a:cubicBezTo>
                    <a:pt x="118879" y="490628"/>
                    <a:pt x="122977" y="486530"/>
                    <a:pt x="128032" y="486530"/>
                  </a:cubicBezTo>
                  <a:cubicBezTo>
                    <a:pt x="133087" y="486530"/>
                    <a:pt x="137185" y="490628"/>
                    <a:pt x="137185" y="495683"/>
                  </a:cubicBezTo>
                  <a:lnTo>
                    <a:pt x="137185" y="516995"/>
                  </a:lnTo>
                  <a:cubicBezTo>
                    <a:pt x="137185" y="529227"/>
                    <a:pt x="122396" y="535353"/>
                    <a:pt x="113747" y="526703"/>
                  </a:cubicBezTo>
                  <a:lnTo>
                    <a:pt x="64649" y="477607"/>
                  </a:lnTo>
                  <a:cubicBezTo>
                    <a:pt x="56000" y="468957"/>
                    <a:pt x="62126" y="454168"/>
                    <a:pt x="74357" y="454168"/>
                  </a:cubicBezTo>
                  <a:lnTo>
                    <a:pt x="170657" y="454168"/>
                  </a:lnTo>
                  <a:lnTo>
                    <a:pt x="137185" y="420696"/>
                  </a:lnTo>
                  <a:lnTo>
                    <a:pt x="137185" y="430960"/>
                  </a:lnTo>
                  <a:cubicBezTo>
                    <a:pt x="137185" y="436015"/>
                    <a:pt x="133087" y="440113"/>
                    <a:pt x="128032" y="440113"/>
                  </a:cubicBezTo>
                  <a:cubicBezTo>
                    <a:pt x="122977" y="440113"/>
                    <a:pt x="118879" y="436015"/>
                    <a:pt x="118879" y="430960"/>
                  </a:cubicBezTo>
                  <a:lnTo>
                    <a:pt x="118879" y="409648"/>
                  </a:lnTo>
                  <a:cubicBezTo>
                    <a:pt x="118879" y="397415"/>
                    <a:pt x="133667" y="391289"/>
                    <a:pt x="142316" y="399939"/>
                  </a:cubicBezTo>
                  <a:lnTo>
                    <a:pt x="191414" y="449036"/>
                  </a:lnTo>
                  <a:cubicBezTo>
                    <a:pt x="200063" y="457685"/>
                    <a:pt x="193937" y="472474"/>
                    <a:pt x="181706" y="472474"/>
                  </a:cubicBezTo>
                  <a:lnTo>
                    <a:pt x="85406" y="472474"/>
                  </a:lnTo>
                </a:path>
              </a:pathLst>
            </a:custGeom>
            <a:solidFill>
              <a:srgbClr val="999999">
                <a:alpha val="30000"/>
              </a:srgbClr>
            </a:solidFill>
          </p:spPr>
        </p:sp>
        <p:sp>
          <p:nvSpPr>
            <p:cNvPr id="183" name="shape183"/>
            <p:cNvSpPr/>
            <p:nvPr/>
          </p:nvSpPr>
          <p:spPr>
            <a:xfrm>
              <a:off x="5263974" y="3569843"/>
              <a:ext cx="2760000" cy="2760000"/>
            </a:xfrm>
            <a:custGeom>
              <a:avLst/>
              <a:gdLst/>
              <a:ahLst/>
              <a:cxnLst/>
              <a:rect l="0" t="0" r="0" b="0"/>
              <a:pathLst>
                <a:path w="2760000" h="2760000">
                  <a:moveTo>
                    <a:pt x="174745" y="308150"/>
                  </a:moveTo>
                  <a:cubicBezTo>
                    <a:pt x="179624" y="318332"/>
                    <a:pt x="182488" y="330530"/>
                    <a:pt x="182488" y="340076"/>
                  </a:cubicBezTo>
                  <a:cubicBezTo>
                    <a:pt x="185140" y="340500"/>
                    <a:pt x="190284" y="342250"/>
                    <a:pt x="192405" y="343205"/>
                  </a:cubicBezTo>
                  <a:cubicBezTo>
                    <a:pt x="192299" y="340659"/>
                    <a:pt x="192034" y="337954"/>
                    <a:pt x="191716" y="335197"/>
                  </a:cubicBezTo>
                  <a:lnTo>
                    <a:pt x="218975" y="362456"/>
                  </a:lnTo>
                  <a:lnTo>
                    <a:pt x="225127" y="356304"/>
                  </a:lnTo>
                  <a:lnTo>
                    <a:pt x="188269" y="319446"/>
                  </a:lnTo>
                  <a:cubicBezTo>
                    <a:pt x="186677" y="314143"/>
                    <a:pt x="184715" y="308892"/>
                    <a:pt x="182488" y="304013"/>
                  </a:cubicBezTo>
                  <a:lnTo>
                    <a:pt x="174745" y="308150"/>
                  </a:lnTo>
                  <a:moveTo>
                    <a:pt x="233400" y="332863"/>
                  </a:moveTo>
                  <a:cubicBezTo>
                    <a:pt x="230377" y="335886"/>
                    <a:pt x="227831" y="336841"/>
                    <a:pt x="225869" y="334879"/>
                  </a:cubicBezTo>
                  <a:cubicBezTo>
                    <a:pt x="223217" y="332227"/>
                    <a:pt x="220778" y="327029"/>
                    <a:pt x="217437" y="279883"/>
                  </a:cubicBezTo>
                  <a:cubicBezTo>
                    <a:pt x="217437" y="279247"/>
                    <a:pt x="217384" y="278557"/>
                    <a:pt x="217225" y="278080"/>
                  </a:cubicBezTo>
                  <a:lnTo>
                    <a:pt x="211126" y="279936"/>
                  </a:lnTo>
                  <a:lnTo>
                    <a:pt x="209906" y="281580"/>
                  </a:lnTo>
                  <a:lnTo>
                    <a:pt x="186412" y="305074"/>
                  </a:lnTo>
                  <a:lnTo>
                    <a:pt x="192352" y="311014"/>
                  </a:lnTo>
                  <a:lnTo>
                    <a:pt x="209747" y="293619"/>
                  </a:lnTo>
                  <a:cubicBezTo>
                    <a:pt x="213565" y="333181"/>
                    <a:pt x="216482" y="338113"/>
                    <a:pt x="220247" y="341879"/>
                  </a:cubicBezTo>
                  <a:cubicBezTo>
                    <a:pt x="225179" y="346811"/>
                    <a:pt x="231809" y="346652"/>
                    <a:pt x="239711" y="338750"/>
                  </a:cubicBezTo>
                  <a:lnTo>
                    <a:pt x="250264" y="328196"/>
                  </a:lnTo>
                  <a:cubicBezTo>
                    <a:pt x="256894" y="321567"/>
                    <a:pt x="256946" y="316847"/>
                    <a:pt x="246128" y="304544"/>
                  </a:cubicBezTo>
                  <a:cubicBezTo>
                    <a:pt x="244112" y="306028"/>
                    <a:pt x="241090" y="307354"/>
                    <a:pt x="238544" y="308097"/>
                  </a:cubicBezTo>
                  <a:cubicBezTo>
                    <a:pt x="246658" y="316847"/>
                    <a:pt x="247241" y="319022"/>
                    <a:pt x="244643" y="321620"/>
                  </a:cubicBezTo>
                  <a:lnTo>
                    <a:pt x="233400" y="332863"/>
                  </a:lnTo>
                  <a:moveTo>
                    <a:pt x="292478" y="274208"/>
                  </a:moveTo>
                  <a:lnTo>
                    <a:pt x="290887" y="267421"/>
                  </a:lnTo>
                  <a:cubicBezTo>
                    <a:pt x="283622" y="270974"/>
                    <a:pt x="272750" y="278027"/>
                    <a:pt x="264848" y="284444"/>
                  </a:cubicBezTo>
                  <a:lnTo>
                    <a:pt x="266068" y="291391"/>
                  </a:lnTo>
                  <a:cubicBezTo>
                    <a:pt x="273864" y="285187"/>
                    <a:pt x="284365" y="278504"/>
                    <a:pt x="291577" y="275110"/>
                  </a:cubicBezTo>
                  <a:lnTo>
                    <a:pt x="266492" y="300195"/>
                  </a:lnTo>
                  <a:lnTo>
                    <a:pt x="250795" y="284497"/>
                  </a:lnTo>
                  <a:cubicBezTo>
                    <a:pt x="252969" y="284869"/>
                    <a:pt x="255727" y="285717"/>
                    <a:pt x="257371" y="286513"/>
                  </a:cubicBezTo>
                  <a:cubicBezTo>
                    <a:pt x="259545" y="282959"/>
                    <a:pt x="261613" y="279088"/>
                    <a:pt x="263363" y="275110"/>
                  </a:cubicBezTo>
                  <a:lnTo>
                    <a:pt x="264106" y="279777"/>
                  </a:lnTo>
                  <a:cubicBezTo>
                    <a:pt x="269515" y="276277"/>
                    <a:pt x="277046" y="272564"/>
                    <a:pt x="281607" y="270868"/>
                  </a:cubicBezTo>
                  <a:lnTo>
                    <a:pt x="280281" y="264451"/>
                  </a:lnTo>
                  <a:cubicBezTo>
                    <a:pt x="275985" y="266095"/>
                    <a:pt x="269462" y="269542"/>
                    <a:pt x="264371" y="272830"/>
                  </a:cubicBezTo>
                  <a:cubicBezTo>
                    <a:pt x="265166" y="270761"/>
                    <a:pt x="265962" y="268693"/>
                    <a:pt x="266599" y="266572"/>
                  </a:cubicBezTo>
                  <a:cubicBezTo>
                    <a:pt x="272803" y="264610"/>
                    <a:pt x="278902" y="261693"/>
                    <a:pt x="284470" y="258034"/>
                  </a:cubicBezTo>
                  <a:cubicBezTo>
                    <a:pt x="283940" y="256337"/>
                    <a:pt x="283410" y="253473"/>
                    <a:pt x="283251" y="251192"/>
                  </a:cubicBezTo>
                  <a:lnTo>
                    <a:pt x="299373" y="267314"/>
                  </a:lnTo>
                  <a:lnTo>
                    <a:pt x="292478" y="274208"/>
                  </a:lnTo>
                  <a:moveTo>
                    <a:pt x="243529" y="254321"/>
                  </a:moveTo>
                  <a:cubicBezTo>
                    <a:pt x="244855" y="260845"/>
                    <a:pt x="244271" y="268852"/>
                    <a:pt x="242416" y="275588"/>
                  </a:cubicBezTo>
                  <a:cubicBezTo>
                    <a:pt x="244430" y="275269"/>
                    <a:pt x="248302" y="275110"/>
                    <a:pt x="250264" y="275163"/>
                  </a:cubicBezTo>
                  <a:cubicBezTo>
                    <a:pt x="250636" y="273413"/>
                    <a:pt x="250954" y="271504"/>
                    <a:pt x="251113" y="269542"/>
                  </a:cubicBezTo>
                  <a:cubicBezTo>
                    <a:pt x="253287" y="269489"/>
                    <a:pt x="255568" y="269224"/>
                    <a:pt x="257954" y="268852"/>
                  </a:cubicBezTo>
                  <a:cubicBezTo>
                    <a:pt x="255779" y="273890"/>
                    <a:pt x="252916" y="278981"/>
                    <a:pt x="249840" y="283543"/>
                  </a:cubicBezTo>
                  <a:lnTo>
                    <a:pt x="232074" y="265777"/>
                  </a:lnTo>
                  <a:lnTo>
                    <a:pt x="243529" y="254321"/>
                  </a:lnTo>
                  <a:moveTo>
                    <a:pt x="262621" y="252624"/>
                  </a:moveTo>
                  <a:cubicBezTo>
                    <a:pt x="262303" y="255382"/>
                    <a:pt x="261772" y="258246"/>
                    <a:pt x="260712" y="261215"/>
                  </a:cubicBezTo>
                  <a:cubicBezTo>
                    <a:pt x="257848" y="262170"/>
                    <a:pt x="255037" y="262648"/>
                    <a:pt x="252439" y="262807"/>
                  </a:cubicBezTo>
                  <a:lnTo>
                    <a:pt x="262621" y="252624"/>
                  </a:lnTo>
                  <a:moveTo>
                    <a:pt x="282455" y="250397"/>
                  </a:moveTo>
                  <a:cubicBezTo>
                    <a:pt x="278107" y="253367"/>
                    <a:pt x="273440" y="256124"/>
                    <a:pt x="268826" y="258193"/>
                  </a:cubicBezTo>
                  <a:cubicBezTo>
                    <a:pt x="269939" y="252094"/>
                    <a:pt x="270205" y="246101"/>
                    <a:pt x="269038" y="240692"/>
                  </a:cubicBezTo>
                  <a:lnTo>
                    <a:pt x="263363" y="242124"/>
                  </a:lnTo>
                  <a:lnTo>
                    <a:pt x="262674" y="243238"/>
                  </a:lnTo>
                  <a:lnTo>
                    <a:pt x="251113" y="254798"/>
                  </a:lnTo>
                  <a:cubicBezTo>
                    <a:pt x="250954" y="253367"/>
                    <a:pt x="250688" y="251935"/>
                    <a:pt x="250423" y="250609"/>
                  </a:cubicBezTo>
                  <a:lnTo>
                    <a:pt x="244325" y="253526"/>
                  </a:lnTo>
                  <a:lnTo>
                    <a:pt x="264955" y="232896"/>
                  </a:lnTo>
                  <a:lnTo>
                    <a:pt x="282455" y="250397"/>
                  </a:lnTo>
                  <a:moveTo>
                    <a:pt x="220354" y="266147"/>
                  </a:moveTo>
                  <a:lnTo>
                    <a:pt x="267924" y="313718"/>
                  </a:lnTo>
                  <a:lnTo>
                    <a:pt x="273970" y="307673"/>
                  </a:lnTo>
                  <a:lnTo>
                    <a:pt x="272061" y="305764"/>
                  </a:lnTo>
                  <a:lnTo>
                    <a:pt x="304941" y="272883"/>
                  </a:lnTo>
                  <a:lnTo>
                    <a:pt x="306850" y="274792"/>
                  </a:lnTo>
                  <a:lnTo>
                    <a:pt x="313214" y="268428"/>
                  </a:lnTo>
                  <a:lnTo>
                    <a:pt x="265644" y="220858"/>
                  </a:lnTo>
                  <a:lnTo>
                    <a:pt x="220354" y="266147"/>
                  </a:lnTo>
                  <a:moveTo>
                    <a:pt x="303244" y="231941"/>
                  </a:moveTo>
                  <a:cubicBezTo>
                    <a:pt x="301494" y="230085"/>
                    <a:pt x="299797" y="228388"/>
                    <a:pt x="298312" y="226903"/>
                  </a:cubicBezTo>
                  <a:lnTo>
                    <a:pt x="296350" y="224941"/>
                  </a:lnTo>
                  <a:lnTo>
                    <a:pt x="300539" y="220751"/>
                  </a:lnTo>
                  <a:lnTo>
                    <a:pt x="307487" y="227699"/>
                  </a:lnTo>
                  <a:lnTo>
                    <a:pt x="303244" y="231941"/>
                  </a:lnTo>
                  <a:moveTo>
                    <a:pt x="287864" y="208076"/>
                  </a:moveTo>
                  <a:lnTo>
                    <a:pt x="295448" y="215660"/>
                  </a:lnTo>
                  <a:lnTo>
                    <a:pt x="291259" y="219850"/>
                  </a:lnTo>
                  <a:lnTo>
                    <a:pt x="283675" y="212266"/>
                  </a:lnTo>
                  <a:lnTo>
                    <a:pt x="287864" y="208076"/>
                  </a:lnTo>
                  <a:moveTo>
                    <a:pt x="288236" y="197947"/>
                  </a:moveTo>
                  <a:lnTo>
                    <a:pt x="273334" y="212849"/>
                  </a:lnTo>
                  <a:lnTo>
                    <a:pt x="292903" y="232418"/>
                  </a:lnTo>
                  <a:cubicBezTo>
                    <a:pt x="300380" y="239896"/>
                    <a:pt x="310403" y="250344"/>
                    <a:pt x="314699" y="260155"/>
                  </a:cubicBezTo>
                  <a:cubicBezTo>
                    <a:pt x="316396" y="259519"/>
                    <a:pt x="320798" y="259041"/>
                    <a:pt x="322760" y="259201"/>
                  </a:cubicBezTo>
                  <a:cubicBezTo>
                    <a:pt x="319949" y="252147"/>
                    <a:pt x="314116" y="244298"/>
                    <a:pt x="308229" y="237457"/>
                  </a:cubicBezTo>
                  <a:lnTo>
                    <a:pt x="312737" y="232949"/>
                  </a:lnTo>
                  <a:lnTo>
                    <a:pt x="323980" y="244192"/>
                  </a:lnTo>
                  <a:cubicBezTo>
                    <a:pt x="324616" y="244828"/>
                    <a:pt x="324616" y="245147"/>
                    <a:pt x="324086" y="245783"/>
                  </a:cubicBezTo>
                  <a:cubicBezTo>
                    <a:pt x="323503" y="246367"/>
                    <a:pt x="321965" y="247904"/>
                    <a:pt x="320268" y="249389"/>
                  </a:cubicBezTo>
                  <a:cubicBezTo>
                    <a:pt x="322442" y="250185"/>
                    <a:pt x="325677" y="251935"/>
                    <a:pt x="327321" y="253261"/>
                  </a:cubicBezTo>
                  <a:cubicBezTo>
                    <a:pt x="330132" y="250450"/>
                    <a:pt x="331988" y="248381"/>
                    <a:pt x="332465" y="245889"/>
                  </a:cubicBezTo>
                  <a:cubicBezTo>
                    <a:pt x="333049" y="243503"/>
                    <a:pt x="331829" y="241540"/>
                    <a:pt x="329284" y="238995"/>
                  </a:cubicBezTo>
                  <a:lnTo>
                    <a:pt x="288236" y="197947"/>
                  </a:lnTo>
                  <a:moveTo>
                    <a:pt x="336019" y="229396"/>
                  </a:moveTo>
                  <a:lnTo>
                    <a:pt x="331193" y="224570"/>
                  </a:lnTo>
                  <a:cubicBezTo>
                    <a:pt x="333420" y="224570"/>
                    <a:pt x="336178" y="224676"/>
                    <a:pt x="337556" y="224994"/>
                  </a:cubicBezTo>
                  <a:cubicBezTo>
                    <a:pt x="337504" y="220804"/>
                    <a:pt x="336761" y="216244"/>
                    <a:pt x="335541" y="211630"/>
                  </a:cubicBezTo>
                  <a:cubicBezTo>
                    <a:pt x="339413" y="212319"/>
                    <a:pt x="342966" y="213115"/>
                    <a:pt x="345617" y="214069"/>
                  </a:cubicBezTo>
                  <a:lnTo>
                    <a:pt x="346360" y="207175"/>
                  </a:lnTo>
                  <a:lnTo>
                    <a:pt x="352300" y="213115"/>
                  </a:lnTo>
                  <a:lnTo>
                    <a:pt x="336019" y="229396"/>
                  </a:lnTo>
                  <a:moveTo>
                    <a:pt x="315707" y="209084"/>
                  </a:moveTo>
                  <a:cubicBezTo>
                    <a:pt x="319472" y="209350"/>
                    <a:pt x="323503" y="209774"/>
                    <a:pt x="327427" y="210304"/>
                  </a:cubicBezTo>
                  <a:cubicBezTo>
                    <a:pt x="328700" y="214652"/>
                    <a:pt x="329495" y="218948"/>
                    <a:pt x="329549" y="222926"/>
                  </a:cubicBezTo>
                  <a:lnTo>
                    <a:pt x="315707" y="209084"/>
                  </a:lnTo>
                  <a:moveTo>
                    <a:pt x="344716" y="205531"/>
                  </a:moveTo>
                  <a:cubicBezTo>
                    <a:pt x="341428" y="204682"/>
                    <a:pt x="337345" y="203993"/>
                    <a:pt x="332996" y="203462"/>
                  </a:cubicBezTo>
                  <a:cubicBezTo>
                    <a:pt x="330928" y="197894"/>
                    <a:pt x="328223" y="192326"/>
                    <a:pt x="325200" y="186970"/>
                  </a:cubicBezTo>
                  <a:lnTo>
                    <a:pt x="318783" y="190947"/>
                  </a:lnTo>
                  <a:cubicBezTo>
                    <a:pt x="321063" y="194712"/>
                    <a:pt x="323026" y="198584"/>
                    <a:pt x="324722" y="202508"/>
                  </a:cubicBezTo>
                  <a:cubicBezTo>
                    <a:pt x="321382" y="202243"/>
                    <a:pt x="318146" y="202084"/>
                    <a:pt x="315176" y="201978"/>
                  </a:cubicBezTo>
                  <a:lnTo>
                    <a:pt x="314381" y="207758"/>
                  </a:lnTo>
                  <a:lnTo>
                    <a:pt x="311040" y="204417"/>
                  </a:lnTo>
                  <a:lnTo>
                    <a:pt x="305206" y="210251"/>
                  </a:lnTo>
                  <a:lnTo>
                    <a:pt x="336019" y="241063"/>
                  </a:lnTo>
                  <a:lnTo>
                    <a:pt x="358133" y="218948"/>
                  </a:lnTo>
                  <a:lnTo>
                    <a:pt x="360308" y="221123"/>
                  </a:lnTo>
                  <a:lnTo>
                    <a:pt x="366088" y="215342"/>
                  </a:lnTo>
                  <a:lnTo>
                    <a:pt x="333049" y="182302"/>
                  </a:lnTo>
                  <a:lnTo>
                    <a:pt x="327268" y="188083"/>
                  </a:lnTo>
                  <a:lnTo>
                    <a:pt x="344716" y="205531"/>
                  </a:lnTo>
                  <a:moveTo>
                    <a:pt x="313904" y="183204"/>
                  </a:moveTo>
                  <a:cubicBezTo>
                    <a:pt x="310828" y="182038"/>
                    <a:pt x="305949" y="180764"/>
                    <a:pt x="302290" y="179863"/>
                  </a:cubicBezTo>
                  <a:lnTo>
                    <a:pt x="298577" y="187394"/>
                  </a:lnTo>
                  <a:cubicBezTo>
                    <a:pt x="301176" y="188189"/>
                    <a:pt x="304305" y="189091"/>
                    <a:pt x="307010" y="190099"/>
                  </a:cubicBezTo>
                  <a:lnTo>
                    <a:pt x="295024" y="202084"/>
                  </a:lnTo>
                  <a:lnTo>
                    <a:pt x="300911" y="207970"/>
                  </a:lnTo>
                  <a:lnTo>
                    <a:pt x="331087" y="177794"/>
                  </a:lnTo>
                  <a:lnTo>
                    <a:pt x="325200" y="171908"/>
                  </a:lnTo>
                  <a:lnTo>
                    <a:pt x="313904" y="183204"/>
                  </a:lnTo>
                  <a:moveTo>
                    <a:pt x="398545" y="168143"/>
                  </a:moveTo>
                  <a:lnTo>
                    <a:pt x="396953" y="161354"/>
                  </a:lnTo>
                  <a:cubicBezTo>
                    <a:pt x="389688" y="164908"/>
                    <a:pt x="378816" y="171961"/>
                    <a:pt x="370914" y="178378"/>
                  </a:cubicBezTo>
                  <a:lnTo>
                    <a:pt x="372134" y="185326"/>
                  </a:lnTo>
                  <a:cubicBezTo>
                    <a:pt x="379930" y="179120"/>
                    <a:pt x="390430" y="172438"/>
                    <a:pt x="397643" y="169044"/>
                  </a:cubicBezTo>
                  <a:lnTo>
                    <a:pt x="372559" y="194129"/>
                  </a:lnTo>
                  <a:lnTo>
                    <a:pt x="356861" y="178431"/>
                  </a:lnTo>
                  <a:cubicBezTo>
                    <a:pt x="359035" y="178802"/>
                    <a:pt x="361793" y="179651"/>
                    <a:pt x="363437" y="180446"/>
                  </a:cubicBezTo>
                  <a:cubicBezTo>
                    <a:pt x="365611" y="176893"/>
                    <a:pt x="367679" y="173022"/>
                    <a:pt x="369430" y="169044"/>
                  </a:cubicBezTo>
                  <a:lnTo>
                    <a:pt x="370172" y="173711"/>
                  </a:lnTo>
                  <a:cubicBezTo>
                    <a:pt x="375581" y="170211"/>
                    <a:pt x="383112" y="166499"/>
                    <a:pt x="387673" y="164801"/>
                  </a:cubicBezTo>
                  <a:lnTo>
                    <a:pt x="386347" y="158384"/>
                  </a:lnTo>
                  <a:cubicBezTo>
                    <a:pt x="382051" y="160028"/>
                    <a:pt x="375528" y="163476"/>
                    <a:pt x="370437" y="166764"/>
                  </a:cubicBezTo>
                  <a:cubicBezTo>
                    <a:pt x="371233" y="164696"/>
                    <a:pt x="372028" y="162627"/>
                    <a:pt x="372664" y="160506"/>
                  </a:cubicBezTo>
                  <a:cubicBezTo>
                    <a:pt x="378869" y="158543"/>
                    <a:pt x="384968" y="155627"/>
                    <a:pt x="390536" y="151967"/>
                  </a:cubicBezTo>
                  <a:cubicBezTo>
                    <a:pt x="390006" y="150271"/>
                    <a:pt x="389476" y="147407"/>
                    <a:pt x="389317" y="145126"/>
                  </a:cubicBezTo>
                  <a:lnTo>
                    <a:pt x="405439" y="161248"/>
                  </a:lnTo>
                  <a:lnTo>
                    <a:pt x="398545" y="168143"/>
                  </a:lnTo>
                  <a:moveTo>
                    <a:pt x="349595" y="148255"/>
                  </a:moveTo>
                  <a:cubicBezTo>
                    <a:pt x="350921" y="154778"/>
                    <a:pt x="350338" y="162787"/>
                    <a:pt x="348481" y="169522"/>
                  </a:cubicBezTo>
                  <a:cubicBezTo>
                    <a:pt x="350497" y="169204"/>
                    <a:pt x="354368" y="169044"/>
                    <a:pt x="356330" y="169097"/>
                  </a:cubicBezTo>
                  <a:cubicBezTo>
                    <a:pt x="356701" y="167347"/>
                    <a:pt x="357020" y="165438"/>
                    <a:pt x="357179" y="163476"/>
                  </a:cubicBezTo>
                  <a:cubicBezTo>
                    <a:pt x="359353" y="163423"/>
                    <a:pt x="361634" y="163157"/>
                    <a:pt x="364020" y="162787"/>
                  </a:cubicBezTo>
                  <a:cubicBezTo>
                    <a:pt x="361846" y="167824"/>
                    <a:pt x="358982" y="172916"/>
                    <a:pt x="355906" y="177476"/>
                  </a:cubicBezTo>
                  <a:lnTo>
                    <a:pt x="338140" y="159710"/>
                  </a:lnTo>
                  <a:lnTo>
                    <a:pt x="349595" y="148255"/>
                  </a:lnTo>
                  <a:moveTo>
                    <a:pt x="368687" y="146558"/>
                  </a:moveTo>
                  <a:cubicBezTo>
                    <a:pt x="368369" y="149316"/>
                    <a:pt x="367838" y="152180"/>
                    <a:pt x="366778" y="155150"/>
                  </a:cubicBezTo>
                  <a:cubicBezTo>
                    <a:pt x="363914" y="156104"/>
                    <a:pt x="361103" y="156581"/>
                    <a:pt x="358505" y="156740"/>
                  </a:cubicBezTo>
                  <a:lnTo>
                    <a:pt x="368687" y="146558"/>
                  </a:lnTo>
                  <a:moveTo>
                    <a:pt x="388521" y="144331"/>
                  </a:moveTo>
                  <a:cubicBezTo>
                    <a:pt x="384173" y="147301"/>
                    <a:pt x="379505" y="150058"/>
                    <a:pt x="374892" y="152126"/>
                  </a:cubicBezTo>
                  <a:cubicBezTo>
                    <a:pt x="376006" y="146028"/>
                    <a:pt x="376271" y="140035"/>
                    <a:pt x="375104" y="134626"/>
                  </a:cubicBezTo>
                  <a:lnTo>
                    <a:pt x="369430" y="136058"/>
                  </a:lnTo>
                  <a:lnTo>
                    <a:pt x="368740" y="137171"/>
                  </a:lnTo>
                  <a:lnTo>
                    <a:pt x="357179" y="148733"/>
                  </a:lnTo>
                  <a:cubicBezTo>
                    <a:pt x="357020" y="147301"/>
                    <a:pt x="356755" y="145869"/>
                    <a:pt x="356489" y="144543"/>
                  </a:cubicBezTo>
                  <a:lnTo>
                    <a:pt x="350390" y="147460"/>
                  </a:lnTo>
                  <a:lnTo>
                    <a:pt x="371020" y="126830"/>
                  </a:lnTo>
                  <a:lnTo>
                    <a:pt x="388521" y="144331"/>
                  </a:lnTo>
                  <a:moveTo>
                    <a:pt x="326420" y="160082"/>
                  </a:moveTo>
                  <a:lnTo>
                    <a:pt x="373990" y="207652"/>
                  </a:lnTo>
                  <a:lnTo>
                    <a:pt x="380036" y="201607"/>
                  </a:lnTo>
                  <a:lnTo>
                    <a:pt x="378127" y="199697"/>
                  </a:lnTo>
                  <a:lnTo>
                    <a:pt x="411007" y="166817"/>
                  </a:lnTo>
                  <a:lnTo>
                    <a:pt x="412916" y="168726"/>
                  </a:lnTo>
                  <a:lnTo>
                    <a:pt x="419281" y="162362"/>
                  </a:lnTo>
                  <a:lnTo>
                    <a:pt x="371710" y="114791"/>
                  </a:lnTo>
                  <a:lnTo>
                    <a:pt x="326420" y="160082"/>
                  </a:lnTo>
                  <a:moveTo>
                    <a:pt x="274765" y="424822"/>
                  </a:moveTo>
                  <a:lnTo>
                    <a:pt x="281819" y="417769"/>
                  </a:lnTo>
                  <a:lnTo>
                    <a:pt x="265432" y="401382"/>
                  </a:lnTo>
                  <a:cubicBezTo>
                    <a:pt x="261719" y="397670"/>
                    <a:pt x="255620" y="392843"/>
                    <a:pt x="251537" y="389503"/>
                  </a:cubicBezTo>
                  <a:lnTo>
                    <a:pt x="251749" y="389290"/>
                  </a:lnTo>
                  <a:lnTo>
                    <a:pt x="264106" y="395389"/>
                  </a:lnTo>
                  <a:lnTo>
                    <a:pt x="286698" y="405784"/>
                  </a:lnTo>
                  <a:lnTo>
                    <a:pt x="291206" y="401276"/>
                  </a:lnTo>
                  <a:lnTo>
                    <a:pt x="280758" y="378737"/>
                  </a:lnTo>
                  <a:lnTo>
                    <a:pt x="274712" y="366327"/>
                  </a:lnTo>
                  <a:lnTo>
                    <a:pt x="274978" y="366062"/>
                  </a:lnTo>
                  <a:cubicBezTo>
                    <a:pt x="278266" y="370198"/>
                    <a:pt x="283145" y="376244"/>
                    <a:pt x="286857" y="379957"/>
                  </a:cubicBezTo>
                  <a:lnTo>
                    <a:pt x="303244" y="396344"/>
                  </a:lnTo>
                  <a:lnTo>
                    <a:pt x="310403" y="389184"/>
                  </a:lnTo>
                  <a:lnTo>
                    <a:pt x="271106" y="349887"/>
                  </a:lnTo>
                  <a:lnTo>
                    <a:pt x="262409" y="358584"/>
                  </a:lnTo>
                  <a:lnTo>
                    <a:pt x="274288" y="383510"/>
                  </a:lnTo>
                  <a:cubicBezTo>
                    <a:pt x="275879" y="386798"/>
                    <a:pt x="277789" y="390086"/>
                    <a:pt x="279433" y="393427"/>
                  </a:cubicBezTo>
                  <a:lnTo>
                    <a:pt x="279167" y="393692"/>
                  </a:lnTo>
                  <a:cubicBezTo>
                    <a:pt x="275879" y="391995"/>
                    <a:pt x="272538" y="390139"/>
                    <a:pt x="269250" y="388548"/>
                  </a:cubicBezTo>
                  <a:lnTo>
                    <a:pt x="244165" y="376828"/>
                  </a:lnTo>
                  <a:lnTo>
                    <a:pt x="235468" y="385525"/>
                  </a:lnTo>
                  <a:lnTo>
                    <a:pt x="274765" y="424822"/>
                  </a:lnTo>
                  <a:moveTo>
                    <a:pt x="319394" y="380194"/>
                  </a:moveTo>
                  <a:lnTo>
                    <a:pt x="327190" y="372398"/>
                  </a:lnTo>
                  <a:lnTo>
                    <a:pt x="297491" y="342700"/>
                  </a:lnTo>
                  <a:lnTo>
                    <a:pt x="289695" y="350496"/>
                  </a:lnTo>
                  <a:lnTo>
                    <a:pt x="319394" y="380194"/>
                  </a:lnTo>
                  <a:moveTo>
                    <a:pt x="288847" y="341798"/>
                  </a:moveTo>
                  <a:cubicBezTo>
                    <a:pt x="291498" y="339147"/>
                    <a:pt x="291657" y="335594"/>
                    <a:pt x="289058" y="332995"/>
                  </a:cubicBezTo>
                  <a:cubicBezTo>
                    <a:pt x="286513" y="330449"/>
                    <a:pt x="282960" y="330608"/>
                    <a:pt x="280308" y="333260"/>
                  </a:cubicBezTo>
                  <a:cubicBezTo>
                    <a:pt x="277604" y="335965"/>
                    <a:pt x="277444" y="339518"/>
                    <a:pt x="279990" y="342064"/>
                  </a:cubicBezTo>
                  <a:cubicBezTo>
                    <a:pt x="282589" y="344662"/>
                    <a:pt x="286142" y="344503"/>
                    <a:pt x="288847" y="341798"/>
                  </a:cubicBezTo>
                  <a:moveTo>
                    <a:pt x="335500" y="364088"/>
                  </a:moveTo>
                  <a:lnTo>
                    <a:pt x="343296" y="356292"/>
                  </a:lnTo>
                  <a:lnTo>
                    <a:pt x="322879" y="335874"/>
                  </a:lnTo>
                  <a:cubicBezTo>
                    <a:pt x="322879" y="331525"/>
                    <a:pt x="323249" y="328820"/>
                    <a:pt x="325689" y="326381"/>
                  </a:cubicBezTo>
                  <a:cubicBezTo>
                    <a:pt x="328606" y="323464"/>
                    <a:pt x="331470" y="323783"/>
                    <a:pt x="336083" y="328396"/>
                  </a:cubicBezTo>
                  <a:lnTo>
                    <a:pt x="353638" y="345950"/>
                  </a:lnTo>
                  <a:lnTo>
                    <a:pt x="361433" y="338155"/>
                  </a:lnTo>
                  <a:lnTo>
                    <a:pt x="342925" y="319646"/>
                  </a:lnTo>
                  <a:cubicBezTo>
                    <a:pt x="335447" y="312169"/>
                    <a:pt x="328235" y="310471"/>
                    <a:pt x="321818" y="316888"/>
                  </a:cubicBezTo>
                  <a:cubicBezTo>
                    <a:pt x="317787" y="320919"/>
                    <a:pt x="316886" y="326063"/>
                    <a:pt x="316832" y="331207"/>
                  </a:cubicBezTo>
                  <a:lnTo>
                    <a:pt x="316673" y="331366"/>
                  </a:lnTo>
                  <a:lnTo>
                    <a:pt x="312166" y="328025"/>
                  </a:lnTo>
                  <a:lnTo>
                    <a:pt x="305802" y="334389"/>
                  </a:lnTo>
                  <a:lnTo>
                    <a:pt x="335500" y="364088"/>
                  </a:lnTo>
                  <a:moveTo>
                    <a:pt x="380665" y="320408"/>
                  </a:moveTo>
                  <a:cubicBezTo>
                    <a:pt x="383740" y="317332"/>
                    <a:pt x="385013" y="312665"/>
                    <a:pt x="385066" y="308370"/>
                  </a:cubicBezTo>
                  <a:lnTo>
                    <a:pt x="385279" y="308158"/>
                  </a:lnTo>
                  <a:lnTo>
                    <a:pt x="388937" y="310650"/>
                  </a:lnTo>
                  <a:lnTo>
                    <a:pt x="395249" y="304339"/>
                  </a:lnTo>
                  <a:lnTo>
                    <a:pt x="352928" y="262019"/>
                  </a:lnTo>
                  <a:lnTo>
                    <a:pt x="345185" y="269762"/>
                  </a:lnTo>
                  <a:lnTo>
                    <a:pt x="355633" y="280209"/>
                  </a:lnTo>
                  <a:lnTo>
                    <a:pt x="360565" y="284611"/>
                  </a:lnTo>
                  <a:cubicBezTo>
                    <a:pt x="356482" y="284770"/>
                    <a:pt x="353140" y="285566"/>
                    <a:pt x="349799" y="288907"/>
                  </a:cubicBezTo>
                  <a:cubicBezTo>
                    <a:pt x="343382" y="295324"/>
                    <a:pt x="343276" y="307309"/>
                    <a:pt x="352928" y="316961"/>
                  </a:cubicBezTo>
                  <a:cubicBezTo>
                    <a:pt x="362686" y="326719"/>
                    <a:pt x="373293" y="327780"/>
                    <a:pt x="380665" y="320408"/>
                  </a:cubicBezTo>
                  <a:moveTo>
                    <a:pt x="376263" y="311976"/>
                  </a:moveTo>
                  <a:cubicBezTo>
                    <a:pt x="372338" y="315901"/>
                    <a:pt x="367035" y="315052"/>
                    <a:pt x="360883" y="308900"/>
                  </a:cubicBezTo>
                  <a:cubicBezTo>
                    <a:pt x="354943" y="302960"/>
                    <a:pt x="354572" y="296968"/>
                    <a:pt x="357913" y="293627"/>
                  </a:cubicBezTo>
                  <a:cubicBezTo>
                    <a:pt x="359770" y="291770"/>
                    <a:pt x="362262" y="290444"/>
                    <a:pt x="365709" y="290285"/>
                  </a:cubicBezTo>
                  <a:lnTo>
                    <a:pt x="378755" y="303332"/>
                  </a:lnTo>
                  <a:cubicBezTo>
                    <a:pt x="379232" y="307309"/>
                    <a:pt x="378331" y="309908"/>
                    <a:pt x="376263" y="311976"/>
                  </a:cubicBezTo>
                  <a:moveTo>
                    <a:pt x="404240" y="295348"/>
                  </a:moveTo>
                  <a:lnTo>
                    <a:pt x="411294" y="288294"/>
                  </a:lnTo>
                  <a:lnTo>
                    <a:pt x="394907" y="271907"/>
                  </a:lnTo>
                  <a:cubicBezTo>
                    <a:pt x="391195" y="268195"/>
                    <a:pt x="385096" y="263368"/>
                    <a:pt x="381012" y="260027"/>
                  </a:cubicBezTo>
                  <a:lnTo>
                    <a:pt x="381224" y="259815"/>
                  </a:lnTo>
                  <a:lnTo>
                    <a:pt x="393581" y="265914"/>
                  </a:lnTo>
                  <a:lnTo>
                    <a:pt x="416173" y="276308"/>
                  </a:lnTo>
                  <a:lnTo>
                    <a:pt x="420681" y="271801"/>
                  </a:lnTo>
                  <a:lnTo>
                    <a:pt x="410233" y="249262"/>
                  </a:lnTo>
                  <a:lnTo>
                    <a:pt x="404188" y="236852"/>
                  </a:lnTo>
                  <a:lnTo>
                    <a:pt x="404453" y="236587"/>
                  </a:lnTo>
                  <a:cubicBezTo>
                    <a:pt x="407741" y="240724"/>
                    <a:pt x="412620" y="246769"/>
                    <a:pt x="416332" y="250481"/>
                  </a:cubicBezTo>
                  <a:lnTo>
                    <a:pt x="432719" y="266869"/>
                  </a:lnTo>
                  <a:lnTo>
                    <a:pt x="439879" y="259709"/>
                  </a:lnTo>
                  <a:lnTo>
                    <a:pt x="400581" y="220412"/>
                  </a:lnTo>
                  <a:lnTo>
                    <a:pt x="391884" y="229109"/>
                  </a:lnTo>
                  <a:lnTo>
                    <a:pt x="403763" y="254035"/>
                  </a:lnTo>
                  <a:cubicBezTo>
                    <a:pt x="405354" y="257323"/>
                    <a:pt x="407263" y="260611"/>
                    <a:pt x="408907" y="263952"/>
                  </a:cubicBezTo>
                  <a:lnTo>
                    <a:pt x="408643" y="264217"/>
                  </a:lnTo>
                  <a:cubicBezTo>
                    <a:pt x="405354" y="262520"/>
                    <a:pt x="402013" y="260664"/>
                    <a:pt x="398725" y="259073"/>
                  </a:cubicBezTo>
                  <a:lnTo>
                    <a:pt x="373640" y="247352"/>
                  </a:lnTo>
                  <a:lnTo>
                    <a:pt x="364943" y="256050"/>
                  </a:lnTo>
                  <a:lnTo>
                    <a:pt x="404240" y="295348"/>
                  </a:lnTo>
                  <a:moveTo>
                    <a:pt x="456929" y="244143"/>
                  </a:moveTo>
                  <a:cubicBezTo>
                    <a:pt x="460324" y="240749"/>
                    <a:pt x="461597" y="236082"/>
                    <a:pt x="461968" y="231256"/>
                  </a:cubicBezTo>
                  <a:lnTo>
                    <a:pt x="462180" y="231044"/>
                  </a:lnTo>
                  <a:lnTo>
                    <a:pt x="465892" y="233696"/>
                  </a:lnTo>
                  <a:lnTo>
                    <a:pt x="472256" y="227332"/>
                  </a:lnTo>
                  <a:lnTo>
                    <a:pt x="454915" y="209990"/>
                  </a:lnTo>
                  <a:cubicBezTo>
                    <a:pt x="446323" y="201398"/>
                    <a:pt x="437944" y="200762"/>
                    <a:pt x="430413" y="208293"/>
                  </a:cubicBezTo>
                  <a:cubicBezTo>
                    <a:pt x="425746" y="212960"/>
                    <a:pt x="423254" y="218953"/>
                    <a:pt x="421928" y="224627"/>
                  </a:cubicBezTo>
                  <a:lnTo>
                    <a:pt x="429883" y="226960"/>
                  </a:lnTo>
                  <a:cubicBezTo>
                    <a:pt x="431050" y="222612"/>
                    <a:pt x="432481" y="218740"/>
                    <a:pt x="435239" y="215983"/>
                  </a:cubicBezTo>
                  <a:cubicBezTo>
                    <a:pt x="438898" y="212323"/>
                    <a:pt x="442399" y="213278"/>
                    <a:pt x="445475" y="216035"/>
                  </a:cubicBezTo>
                  <a:cubicBezTo>
                    <a:pt x="434762" y="229294"/>
                    <a:pt x="432959" y="237779"/>
                    <a:pt x="439323" y="244143"/>
                  </a:cubicBezTo>
                  <a:cubicBezTo>
                    <a:pt x="444361" y="249181"/>
                    <a:pt x="451627" y="249446"/>
                    <a:pt x="456929" y="244143"/>
                  </a:cubicBezTo>
                  <a:moveTo>
                    <a:pt x="453376" y="235499"/>
                  </a:moveTo>
                  <a:cubicBezTo>
                    <a:pt x="451096" y="237779"/>
                    <a:pt x="448444" y="238415"/>
                    <a:pt x="446111" y="236082"/>
                  </a:cubicBezTo>
                  <a:cubicBezTo>
                    <a:pt x="443459" y="233431"/>
                    <a:pt x="443884" y="228976"/>
                    <a:pt x="450248" y="220808"/>
                  </a:cubicBezTo>
                  <a:lnTo>
                    <a:pt x="456240" y="226801"/>
                  </a:lnTo>
                  <a:cubicBezTo>
                    <a:pt x="456187" y="230567"/>
                    <a:pt x="455604" y="233272"/>
                    <a:pt x="453376" y="235499"/>
                  </a:cubicBezTo>
                  <a:moveTo>
                    <a:pt x="489430" y="211643"/>
                  </a:moveTo>
                  <a:cubicBezTo>
                    <a:pt x="497172" y="203900"/>
                    <a:pt x="497066" y="195628"/>
                    <a:pt x="491869" y="190430"/>
                  </a:cubicBezTo>
                  <a:cubicBezTo>
                    <a:pt x="486353" y="184915"/>
                    <a:pt x="480043" y="187301"/>
                    <a:pt x="474633" y="189741"/>
                  </a:cubicBezTo>
                  <a:cubicBezTo>
                    <a:pt x="470338" y="191703"/>
                    <a:pt x="466784" y="193665"/>
                    <a:pt x="464610" y="191491"/>
                  </a:cubicBezTo>
                  <a:cubicBezTo>
                    <a:pt x="462913" y="189794"/>
                    <a:pt x="463019" y="187354"/>
                    <a:pt x="465724" y="184649"/>
                  </a:cubicBezTo>
                  <a:cubicBezTo>
                    <a:pt x="467898" y="182475"/>
                    <a:pt x="470974" y="181415"/>
                    <a:pt x="474633" y="180831"/>
                  </a:cubicBezTo>
                  <a:lnTo>
                    <a:pt x="473413" y="172611"/>
                  </a:lnTo>
                  <a:cubicBezTo>
                    <a:pt x="469118" y="173194"/>
                    <a:pt x="463973" y="174733"/>
                    <a:pt x="459678" y="179028"/>
                  </a:cubicBezTo>
                  <a:cubicBezTo>
                    <a:pt x="452890" y="185816"/>
                    <a:pt x="452359" y="193877"/>
                    <a:pt x="457663" y="199181"/>
                  </a:cubicBezTo>
                  <a:cubicBezTo>
                    <a:pt x="462648" y="204166"/>
                    <a:pt x="469118" y="202256"/>
                    <a:pt x="474315" y="199923"/>
                  </a:cubicBezTo>
                  <a:cubicBezTo>
                    <a:pt x="478664" y="198014"/>
                    <a:pt x="482747" y="195946"/>
                    <a:pt x="484975" y="198173"/>
                  </a:cubicBezTo>
                  <a:cubicBezTo>
                    <a:pt x="486831" y="200029"/>
                    <a:pt x="486778" y="202628"/>
                    <a:pt x="483808" y="205598"/>
                  </a:cubicBezTo>
                  <a:cubicBezTo>
                    <a:pt x="481050" y="208355"/>
                    <a:pt x="477338" y="209734"/>
                    <a:pt x="472618" y="210317"/>
                  </a:cubicBezTo>
                  <a:lnTo>
                    <a:pt x="473944" y="218750"/>
                  </a:lnTo>
                  <a:cubicBezTo>
                    <a:pt x="479353" y="218219"/>
                    <a:pt x="485452" y="215621"/>
                    <a:pt x="489430" y="211643"/>
                  </a:cubicBezTo>
                  <a:moveTo>
                    <a:pt x="516830" y="184243"/>
                  </a:moveTo>
                  <a:cubicBezTo>
                    <a:pt x="519429" y="181644"/>
                    <a:pt x="520914" y="178992"/>
                    <a:pt x="521975" y="176871"/>
                  </a:cubicBezTo>
                  <a:lnTo>
                    <a:pt x="515027" y="172469"/>
                  </a:lnTo>
                  <a:cubicBezTo>
                    <a:pt x="514550" y="173582"/>
                    <a:pt x="513701" y="175067"/>
                    <a:pt x="512747" y="176022"/>
                  </a:cubicBezTo>
                  <a:cubicBezTo>
                    <a:pt x="510095" y="178674"/>
                    <a:pt x="507125" y="178462"/>
                    <a:pt x="503731" y="175067"/>
                  </a:cubicBezTo>
                  <a:lnTo>
                    <a:pt x="490579" y="161915"/>
                  </a:lnTo>
                  <a:lnTo>
                    <a:pt x="497897" y="154597"/>
                  </a:lnTo>
                  <a:lnTo>
                    <a:pt x="491746" y="148445"/>
                  </a:lnTo>
                  <a:lnTo>
                    <a:pt x="484427" y="155764"/>
                  </a:lnTo>
                  <a:lnTo>
                    <a:pt x="476419" y="147755"/>
                  </a:lnTo>
                  <a:lnTo>
                    <a:pt x="469949" y="154226"/>
                  </a:lnTo>
                  <a:lnTo>
                    <a:pt x="477056" y="163135"/>
                  </a:lnTo>
                  <a:lnTo>
                    <a:pt x="472813" y="168120"/>
                  </a:lnTo>
                  <a:lnTo>
                    <a:pt x="478594" y="173901"/>
                  </a:lnTo>
                  <a:lnTo>
                    <a:pt x="482783" y="169711"/>
                  </a:lnTo>
                  <a:lnTo>
                    <a:pt x="495935" y="182863"/>
                  </a:lnTo>
                  <a:cubicBezTo>
                    <a:pt x="502565" y="189493"/>
                    <a:pt x="509777" y="191296"/>
                    <a:pt x="516830" y="184243"/>
                  </a:cubicBezTo>
                  <a:moveTo>
                    <a:pt x="540184" y="160888"/>
                  </a:moveTo>
                  <a:cubicBezTo>
                    <a:pt x="543844" y="157229"/>
                    <a:pt x="546336" y="152191"/>
                    <a:pt x="547238" y="147259"/>
                  </a:cubicBezTo>
                  <a:lnTo>
                    <a:pt x="539813" y="145138"/>
                  </a:lnTo>
                  <a:cubicBezTo>
                    <a:pt x="539018" y="148585"/>
                    <a:pt x="537639" y="151448"/>
                    <a:pt x="535199" y="153888"/>
                  </a:cubicBezTo>
                  <a:cubicBezTo>
                    <a:pt x="530798" y="158290"/>
                    <a:pt x="525070" y="158926"/>
                    <a:pt x="519554" y="154684"/>
                  </a:cubicBezTo>
                  <a:lnTo>
                    <a:pt x="537851" y="136387"/>
                  </a:lnTo>
                  <a:cubicBezTo>
                    <a:pt x="537374" y="135485"/>
                    <a:pt x="536101" y="133895"/>
                    <a:pt x="534616" y="132410"/>
                  </a:cubicBezTo>
                  <a:cubicBezTo>
                    <a:pt x="526449" y="124243"/>
                    <a:pt x="516214" y="122492"/>
                    <a:pt x="508046" y="130660"/>
                  </a:cubicBezTo>
                  <a:cubicBezTo>
                    <a:pt x="500993" y="137713"/>
                    <a:pt x="500198" y="150494"/>
                    <a:pt x="509797" y="160093"/>
                  </a:cubicBezTo>
                  <a:cubicBezTo>
                    <a:pt x="519608" y="169904"/>
                    <a:pt x="531858" y="169214"/>
                    <a:pt x="540184" y="160888"/>
                  </a:cubicBezTo>
                  <a:moveTo>
                    <a:pt x="514252" y="149593"/>
                  </a:moveTo>
                  <a:cubicBezTo>
                    <a:pt x="510539" y="144713"/>
                    <a:pt x="511069" y="139728"/>
                    <a:pt x="514198" y="136599"/>
                  </a:cubicBezTo>
                  <a:cubicBezTo>
                    <a:pt x="518017" y="132781"/>
                    <a:pt x="522365" y="133523"/>
                    <a:pt x="526343" y="137501"/>
                  </a:cubicBezTo>
                  <a:lnTo>
                    <a:pt x="514252" y="149593"/>
                  </a:lnTo>
                  <a:moveTo>
                    <a:pt x="557317" y="142271"/>
                  </a:moveTo>
                  <a:lnTo>
                    <a:pt x="565113" y="134475"/>
                  </a:lnTo>
                  <a:lnTo>
                    <a:pt x="547400" y="116762"/>
                  </a:lnTo>
                  <a:cubicBezTo>
                    <a:pt x="544748" y="110822"/>
                    <a:pt x="546021" y="106474"/>
                    <a:pt x="548354" y="104140"/>
                  </a:cubicBezTo>
                  <a:cubicBezTo>
                    <a:pt x="549574" y="102920"/>
                    <a:pt x="550582" y="102231"/>
                    <a:pt x="551960" y="101488"/>
                  </a:cubicBezTo>
                  <a:lnTo>
                    <a:pt x="546551" y="93427"/>
                  </a:lnTo>
                  <a:cubicBezTo>
                    <a:pt x="545279" y="93958"/>
                    <a:pt x="544059" y="94647"/>
                    <a:pt x="542415" y="96291"/>
                  </a:cubicBezTo>
                  <a:cubicBezTo>
                    <a:pt x="539339" y="99367"/>
                    <a:pt x="538278" y="104671"/>
                    <a:pt x="539975" y="110716"/>
                  </a:cubicBezTo>
                  <a:lnTo>
                    <a:pt x="539816" y="110875"/>
                  </a:lnTo>
                  <a:lnTo>
                    <a:pt x="533983" y="106208"/>
                  </a:lnTo>
                  <a:lnTo>
                    <a:pt x="527618" y="112573"/>
                  </a:lnTo>
                  <a:lnTo>
                    <a:pt x="557317" y="142271"/>
                  </a:lnTo>
                </a:path>
              </a:pathLst>
            </a:custGeom>
            <a:solidFill>
              <a:srgbClr val="999999">
                <a:alpha val="30000"/>
              </a:srgbClr>
            </a:solidFill>
          </p:spPr>
        </p:sp>
        <p:sp>
          <p:nvSpPr>
            <p:cNvPr id="184" name="shape184"/>
            <p:cNvSpPr/>
            <p:nvPr/>
          </p:nvSpPr>
          <p:spPr>
            <a:xfrm>
              <a:off x="6866099" y="0"/>
              <a:ext cx="2760000" cy="2760000"/>
            </a:xfrm>
            <a:custGeom>
              <a:avLst/>
              <a:gdLst/>
              <a:ahLst/>
              <a:cxnLst/>
              <a:rect l="0" t="0" r="0" b="0"/>
              <a:pathLst>
                <a:path w="2760000" h="2760000">
                  <a:moveTo>
                    <a:pt x="0" y="0"/>
                  </a:moveTo>
                  <a:lnTo>
                    <a:pt x="2288700" y="0"/>
                  </a:lnTo>
                  <a:lnTo>
                    <a:pt x="2288700" y="653914"/>
                  </a:lnTo>
                  <a:lnTo>
                    <a:pt x="210560" y="653914"/>
                  </a:lnTo>
                  <a:cubicBezTo>
                    <a:pt x="136081" y="653914"/>
                    <a:pt x="98841" y="653914"/>
                    <a:pt x="70495" y="639189"/>
                  </a:cubicBezTo>
                  <a:cubicBezTo>
                    <a:pt x="46609" y="626782"/>
                    <a:pt x="27132" y="607306"/>
                    <a:pt x="14724" y="583419"/>
                  </a:cubicBezTo>
                  <a:cubicBezTo>
                    <a:pt x="0" y="555073"/>
                    <a:pt x="0" y="517833"/>
                    <a:pt x="0" y="443354"/>
                  </a:cubicBezTo>
                  <a:lnTo>
                    <a:pt x="0" y="0"/>
                  </a:lnTo>
                </a:path>
              </a:pathLst>
            </a:custGeom>
            <a:solidFill>
              <a:srgbClr val="14AF78"/>
            </a:solidFill>
          </p:spPr>
        </p:sp>
        <p:sp>
          <p:nvSpPr>
            <p:cNvPr id="185" name="shape185"/>
            <p:cNvSpPr/>
            <p:nvPr/>
          </p:nvSpPr>
          <p:spPr>
            <a:xfrm>
              <a:off x="6866099" y="0"/>
              <a:ext cx="2760000" cy="2760000"/>
            </a:xfrm>
            <a:custGeom>
              <a:avLst/>
              <a:gdLst/>
              <a:ahLst/>
              <a:cxnLst/>
              <a:rect l="0" t="0" r="0" b="0"/>
              <a:pathLst>
                <a:path w="2760000" h="2760000">
                  <a:moveTo>
                    <a:pt x="686610" y="192762"/>
                  </a:moveTo>
                  <a:cubicBezTo>
                    <a:pt x="686610" y="149503"/>
                    <a:pt x="721678" y="114435"/>
                    <a:pt x="764937" y="114435"/>
                  </a:cubicBezTo>
                  <a:lnTo>
                    <a:pt x="951588" y="114435"/>
                  </a:lnTo>
                  <a:cubicBezTo>
                    <a:pt x="994847" y="114435"/>
                    <a:pt x="1029915" y="149503"/>
                    <a:pt x="1029915" y="192762"/>
                  </a:cubicBezTo>
                  <a:lnTo>
                    <a:pt x="1029915" y="379413"/>
                  </a:lnTo>
                  <a:cubicBezTo>
                    <a:pt x="1029915" y="422672"/>
                    <a:pt x="994847" y="457740"/>
                    <a:pt x="951588" y="457740"/>
                  </a:cubicBezTo>
                  <a:lnTo>
                    <a:pt x="764937" y="457740"/>
                  </a:lnTo>
                  <a:cubicBezTo>
                    <a:pt x="721678" y="457740"/>
                    <a:pt x="686610" y="422672"/>
                    <a:pt x="686610" y="379413"/>
                  </a:cubicBezTo>
                  <a:lnTo>
                    <a:pt x="686610" y="192762"/>
                  </a:lnTo>
                </a:path>
              </a:pathLst>
            </a:custGeom>
            <a:gradFill>
              <a:gsLst>
                <a:gs pos="0">
                  <a:srgbClr val="008899"/>
                </a:gs>
                <a:gs pos="100000">
                  <a:srgbClr val="66FF66"/>
                </a:gs>
              </a:gsLst>
              <a:lin ang="13500000" scaled="0"/>
            </a:gradFill>
          </p:spPr>
        </p:sp>
        <p:sp>
          <p:nvSpPr>
            <p:cNvPr id="186" name="shape186"/>
            <p:cNvSpPr/>
            <p:nvPr/>
          </p:nvSpPr>
          <p:spPr>
            <a:xfrm>
              <a:off x="6866099" y="0"/>
              <a:ext cx="2760000" cy="2760000"/>
            </a:xfrm>
            <a:custGeom>
              <a:avLst/>
              <a:gdLst/>
              <a:ahLst/>
              <a:cxnLst/>
              <a:rect l="0" t="0" r="0" b="0"/>
              <a:pathLst>
                <a:path w="2760000" h="2760000">
                  <a:moveTo>
                    <a:pt x="916588" y="222309"/>
                  </a:moveTo>
                  <a:cubicBezTo>
                    <a:pt x="923689" y="229411"/>
                    <a:pt x="923689" y="240924"/>
                    <a:pt x="916587" y="248027"/>
                  </a:cubicBezTo>
                  <a:lnTo>
                    <a:pt x="825663" y="338950"/>
                  </a:lnTo>
                  <a:cubicBezTo>
                    <a:pt x="818562" y="346052"/>
                    <a:pt x="807048" y="346052"/>
                    <a:pt x="799946" y="338950"/>
                  </a:cubicBezTo>
                  <a:cubicBezTo>
                    <a:pt x="792845" y="331849"/>
                    <a:pt x="792845" y="320335"/>
                    <a:pt x="799946" y="313234"/>
                  </a:cubicBezTo>
                  <a:lnTo>
                    <a:pt x="890870" y="222310"/>
                  </a:lnTo>
                  <a:cubicBezTo>
                    <a:pt x="897972" y="215208"/>
                    <a:pt x="909486" y="215208"/>
                    <a:pt x="916588" y="222309"/>
                  </a:cubicBezTo>
                </a:path>
              </a:pathLst>
            </a:custGeom>
            <a:solidFill>
              <a:srgbClr val="F3F8F9"/>
            </a:solidFill>
          </p:spPr>
        </p:sp>
        <p:sp>
          <p:nvSpPr>
            <p:cNvPr id="187" name="shape187"/>
            <p:cNvSpPr/>
            <p:nvPr/>
          </p:nvSpPr>
          <p:spPr>
            <a:xfrm>
              <a:off x="6866099" y="0"/>
              <a:ext cx="2760000" cy="2760000"/>
            </a:xfrm>
            <a:custGeom>
              <a:avLst/>
              <a:gdLst/>
              <a:ahLst/>
              <a:cxnLst/>
              <a:rect l="0" t="0" r="0" b="0"/>
              <a:pathLst>
                <a:path w="2760000" h="2760000">
                  <a:moveTo>
                    <a:pt x="785529" y="233606"/>
                  </a:moveTo>
                  <a:lnTo>
                    <a:pt x="785529" y="327651"/>
                  </a:lnTo>
                  <a:lnTo>
                    <a:pt x="799947" y="313233"/>
                  </a:lnTo>
                  <a:cubicBezTo>
                    <a:pt x="807049" y="306132"/>
                    <a:pt x="818563" y="306132"/>
                    <a:pt x="825664" y="313233"/>
                  </a:cubicBezTo>
                  <a:cubicBezTo>
                    <a:pt x="832765" y="320334"/>
                    <a:pt x="832765" y="331848"/>
                    <a:pt x="825664" y="338950"/>
                  </a:cubicBezTo>
                  <a:lnTo>
                    <a:pt x="795724" y="368890"/>
                  </a:lnTo>
                  <a:cubicBezTo>
                    <a:pt x="778540" y="386073"/>
                    <a:pt x="749159" y="373903"/>
                    <a:pt x="749160" y="349602"/>
                  </a:cubicBezTo>
                  <a:lnTo>
                    <a:pt x="749159" y="211657"/>
                  </a:lnTo>
                  <a:cubicBezTo>
                    <a:pt x="749159" y="187355"/>
                    <a:pt x="778540" y="175185"/>
                    <a:pt x="795724" y="192368"/>
                  </a:cubicBezTo>
                  <a:lnTo>
                    <a:pt x="931007" y="327651"/>
                  </a:lnTo>
                  <a:lnTo>
                    <a:pt x="931007" y="233606"/>
                  </a:lnTo>
                  <a:lnTo>
                    <a:pt x="916589" y="248025"/>
                  </a:lnTo>
                  <a:cubicBezTo>
                    <a:pt x="909486" y="255127"/>
                    <a:pt x="897972" y="255127"/>
                    <a:pt x="890871" y="248026"/>
                  </a:cubicBezTo>
                  <a:cubicBezTo>
                    <a:pt x="883770" y="240924"/>
                    <a:pt x="883770" y="229411"/>
                    <a:pt x="890872" y="222308"/>
                  </a:cubicBezTo>
                  <a:lnTo>
                    <a:pt x="920811" y="192369"/>
                  </a:lnTo>
                  <a:cubicBezTo>
                    <a:pt x="937995" y="175185"/>
                    <a:pt x="967377" y="187354"/>
                    <a:pt x="967376" y="211656"/>
                  </a:cubicBezTo>
                  <a:lnTo>
                    <a:pt x="967376" y="349602"/>
                  </a:lnTo>
                  <a:cubicBezTo>
                    <a:pt x="967377" y="373903"/>
                    <a:pt x="937995" y="386073"/>
                    <a:pt x="920812" y="368890"/>
                  </a:cubicBezTo>
                  <a:lnTo>
                    <a:pt x="785529" y="233606"/>
                  </a:lnTo>
                </a:path>
              </a:pathLst>
            </a:custGeom>
            <a:solidFill>
              <a:srgbClr val="FFFFFF"/>
            </a:solidFill>
          </p:spPr>
        </p:sp>
        <p:sp>
          <p:nvSpPr>
            <p:cNvPr id="188" name="shape188"/>
            <p:cNvSpPr/>
            <p:nvPr/>
          </p:nvSpPr>
          <p:spPr>
            <a:xfrm>
              <a:off x="6866099" y="0"/>
              <a:ext cx="2760000" cy="2760000"/>
            </a:xfrm>
            <a:custGeom>
              <a:avLst/>
              <a:gdLst/>
              <a:ahLst/>
              <a:cxnLst/>
              <a:rect l="0" t="0" r="0" b="0"/>
              <a:pathLst>
                <a:path w="2760000" h="2760000">
                  <a:moveTo>
                    <a:pt x="1123420" y="100063"/>
                  </a:moveTo>
                  <a:cubicBezTo>
                    <a:pt x="1115246" y="123277"/>
                    <a:pt x="1100860" y="146491"/>
                    <a:pt x="1086147" y="161204"/>
                  </a:cubicBezTo>
                  <a:cubicBezTo>
                    <a:pt x="1089580" y="165945"/>
                    <a:pt x="1094812" y="176571"/>
                    <a:pt x="1096610" y="181312"/>
                  </a:cubicBezTo>
                  <a:cubicBezTo>
                    <a:pt x="1100370" y="177225"/>
                    <a:pt x="1104130" y="172648"/>
                    <a:pt x="1107890" y="167906"/>
                  </a:cubicBezTo>
                  <a:lnTo>
                    <a:pt x="1107890" y="251935"/>
                  </a:lnTo>
                  <a:lnTo>
                    <a:pt x="1126853" y="251935"/>
                  </a:lnTo>
                  <a:lnTo>
                    <a:pt x="1126853" y="138317"/>
                  </a:lnTo>
                  <a:cubicBezTo>
                    <a:pt x="1132575" y="127691"/>
                    <a:pt x="1137643" y="116574"/>
                    <a:pt x="1141730" y="105621"/>
                  </a:cubicBezTo>
                  <a:lnTo>
                    <a:pt x="1123420" y="100063"/>
                  </a:lnTo>
                  <a:moveTo>
                    <a:pt x="1175734" y="228557"/>
                  </a:moveTo>
                  <a:cubicBezTo>
                    <a:pt x="1166415" y="228557"/>
                    <a:pt x="1161020" y="226105"/>
                    <a:pt x="1161020" y="220057"/>
                  </a:cubicBezTo>
                  <a:cubicBezTo>
                    <a:pt x="1161020" y="211882"/>
                    <a:pt x="1165271" y="200112"/>
                    <a:pt x="1232787" y="122296"/>
                  </a:cubicBezTo>
                  <a:cubicBezTo>
                    <a:pt x="1233768" y="121315"/>
                    <a:pt x="1234749" y="120171"/>
                    <a:pt x="1235240" y="119190"/>
                  </a:cubicBezTo>
                  <a:lnTo>
                    <a:pt x="1222979" y="112651"/>
                  </a:lnTo>
                  <a:lnTo>
                    <a:pt x="1218565" y="113305"/>
                  </a:lnTo>
                  <a:lnTo>
                    <a:pt x="1146144" y="113305"/>
                  </a:lnTo>
                  <a:lnTo>
                    <a:pt x="1146144" y="131614"/>
                  </a:lnTo>
                  <a:lnTo>
                    <a:pt x="1199765" y="131614"/>
                  </a:lnTo>
                  <a:cubicBezTo>
                    <a:pt x="1144672" y="198477"/>
                    <a:pt x="1141566" y="210575"/>
                    <a:pt x="1141566" y="222181"/>
                  </a:cubicBezTo>
                  <a:cubicBezTo>
                    <a:pt x="1141566" y="237385"/>
                    <a:pt x="1152029" y="247357"/>
                    <a:pt x="1176387" y="247357"/>
                  </a:cubicBezTo>
                  <a:lnTo>
                    <a:pt x="1208920" y="247357"/>
                  </a:lnTo>
                  <a:cubicBezTo>
                    <a:pt x="1229354" y="247357"/>
                    <a:pt x="1236711" y="240164"/>
                    <a:pt x="1239000" y="204526"/>
                  </a:cubicBezTo>
                  <a:cubicBezTo>
                    <a:pt x="1233605" y="203709"/>
                    <a:pt x="1226902" y="201092"/>
                    <a:pt x="1221835" y="198314"/>
                  </a:cubicBezTo>
                  <a:cubicBezTo>
                    <a:pt x="1220853" y="224307"/>
                    <a:pt x="1218402" y="228557"/>
                    <a:pt x="1210391" y="228557"/>
                  </a:cubicBezTo>
                  <a:lnTo>
                    <a:pt x="1175734" y="228557"/>
                  </a:lnTo>
                  <a:moveTo>
                    <a:pt x="1357195" y="229211"/>
                  </a:moveTo>
                  <a:lnTo>
                    <a:pt x="1365205" y="216297"/>
                  </a:lnTo>
                  <a:cubicBezTo>
                    <a:pt x="1348531" y="210575"/>
                    <a:pt x="1320902" y="204689"/>
                    <a:pt x="1298833" y="202401"/>
                  </a:cubicBezTo>
                  <a:lnTo>
                    <a:pt x="1290005" y="214988"/>
                  </a:lnTo>
                  <a:cubicBezTo>
                    <a:pt x="1311584" y="217441"/>
                    <a:pt x="1338068" y="223326"/>
                    <a:pt x="1354415" y="229211"/>
                  </a:cubicBezTo>
                  <a:lnTo>
                    <a:pt x="1277090" y="229211"/>
                  </a:lnTo>
                  <a:lnTo>
                    <a:pt x="1277090" y="180822"/>
                  </a:lnTo>
                  <a:cubicBezTo>
                    <a:pt x="1279870" y="184745"/>
                    <a:pt x="1282812" y="190303"/>
                    <a:pt x="1284119" y="194063"/>
                  </a:cubicBezTo>
                  <a:cubicBezTo>
                    <a:pt x="1292947" y="191938"/>
                    <a:pt x="1302102" y="189159"/>
                    <a:pt x="1310930" y="185726"/>
                  </a:cubicBezTo>
                  <a:lnTo>
                    <a:pt x="1304881" y="194063"/>
                  </a:lnTo>
                  <a:cubicBezTo>
                    <a:pt x="1318614" y="197006"/>
                    <a:pt x="1335943" y="202891"/>
                    <a:pt x="1345587" y="207305"/>
                  </a:cubicBezTo>
                  <a:lnTo>
                    <a:pt x="1353435" y="195371"/>
                  </a:lnTo>
                  <a:cubicBezTo>
                    <a:pt x="1344280" y="191284"/>
                    <a:pt x="1328913" y="186544"/>
                    <a:pt x="1315998" y="183764"/>
                  </a:cubicBezTo>
                  <a:cubicBezTo>
                    <a:pt x="1320412" y="181802"/>
                    <a:pt x="1324826" y="179840"/>
                    <a:pt x="1329077" y="177552"/>
                  </a:cubicBezTo>
                  <a:cubicBezTo>
                    <a:pt x="1341664" y="184091"/>
                    <a:pt x="1355560" y="188995"/>
                    <a:pt x="1369783" y="191938"/>
                  </a:cubicBezTo>
                  <a:cubicBezTo>
                    <a:pt x="1371581" y="188505"/>
                    <a:pt x="1375177" y="183274"/>
                    <a:pt x="1378447" y="179514"/>
                  </a:cubicBezTo>
                  <a:lnTo>
                    <a:pt x="1378447" y="229211"/>
                  </a:lnTo>
                  <a:lnTo>
                    <a:pt x="1357195" y="229211"/>
                  </a:lnTo>
                  <a:moveTo>
                    <a:pt x="1312401" y="123114"/>
                  </a:moveTo>
                  <a:cubicBezTo>
                    <a:pt x="1304391" y="135211"/>
                    <a:pt x="1291149" y="146654"/>
                    <a:pt x="1277908" y="154174"/>
                  </a:cubicBezTo>
                  <a:cubicBezTo>
                    <a:pt x="1281504" y="156790"/>
                    <a:pt x="1287716" y="162512"/>
                    <a:pt x="1290659" y="165618"/>
                  </a:cubicBezTo>
                  <a:cubicBezTo>
                    <a:pt x="1293929" y="163493"/>
                    <a:pt x="1297362" y="161040"/>
                    <a:pt x="1300631" y="158262"/>
                  </a:cubicBezTo>
                  <a:cubicBezTo>
                    <a:pt x="1304064" y="161531"/>
                    <a:pt x="1307988" y="164637"/>
                    <a:pt x="1312238" y="167743"/>
                  </a:cubicBezTo>
                  <a:cubicBezTo>
                    <a:pt x="1301122" y="172157"/>
                    <a:pt x="1288861" y="175590"/>
                    <a:pt x="1277090" y="177879"/>
                  </a:cubicBezTo>
                  <a:lnTo>
                    <a:pt x="1277090" y="123114"/>
                  </a:lnTo>
                  <a:lnTo>
                    <a:pt x="1312401" y="123114"/>
                  </a:lnTo>
                  <a:moveTo>
                    <a:pt x="1344443" y="149924"/>
                  </a:moveTo>
                  <a:cubicBezTo>
                    <a:pt x="1339703" y="153684"/>
                    <a:pt x="1334471" y="157280"/>
                    <a:pt x="1328259" y="160223"/>
                  </a:cubicBezTo>
                  <a:cubicBezTo>
                    <a:pt x="1322374" y="157280"/>
                    <a:pt x="1317306" y="153684"/>
                    <a:pt x="1313056" y="149924"/>
                  </a:cubicBezTo>
                  <a:lnTo>
                    <a:pt x="1344443" y="149924"/>
                  </a:lnTo>
                  <a:moveTo>
                    <a:pt x="1378447" y="177061"/>
                  </a:moveTo>
                  <a:cubicBezTo>
                    <a:pt x="1367167" y="174936"/>
                    <a:pt x="1355724" y="171994"/>
                    <a:pt x="1345424" y="168070"/>
                  </a:cubicBezTo>
                  <a:cubicBezTo>
                    <a:pt x="1356541" y="160387"/>
                    <a:pt x="1366186" y="151559"/>
                    <a:pt x="1372725" y="141423"/>
                  </a:cubicBezTo>
                  <a:lnTo>
                    <a:pt x="1361772" y="134884"/>
                  </a:lnTo>
                  <a:lnTo>
                    <a:pt x="1358993" y="135538"/>
                  </a:lnTo>
                  <a:lnTo>
                    <a:pt x="1323355" y="135538"/>
                  </a:lnTo>
                  <a:cubicBezTo>
                    <a:pt x="1325316" y="133086"/>
                    <a:pt x="1327115" y="130470"/>
                    <a:pt x="1328749" y="128018"/>
                  </a:cubicBezTo>
                  <a:lnTo>
                    <a:pt x="1314854" y="123114"/>
                  </a:lnTo>
                  <a:lnTo>
                    <a:pt x="1378447" y="123114"/>
                  </a:lnTo>
                  <a:lnTo>
                    <a:pt x="1378447" y="177061"/>
                  </a:lnTo>
                  <a:moveTo>
                    <a:pt x="1258454" y="105621"/>
                  </a:moveTo>
                  <a:lnTo>
                    <a:pt x="1258454" y="252261"/>
                  </a:lnTo>
                  <a:lnTo>
                    <a:pt x="1277090" y="252261"/>
                  </a:lnTo>
                  <a:lnTo>
                    <a:pt x="1277090" y="246377"/>
                  </a:lnTo>
                  <a:lnTo>
                    <a:pt x="1378447" y="246377"/>
                  </a:lnTo>
                  <a:lnTo>
                    <a:pt x="1378447" y="252261"/>
                  </a:lnTo>
                  <a:lnTo>
                    <a:pt x="1398064" y="252261"/>
                  </a:lnTo>
                  <a:lnTo>
                    <a:pt x="1398064" y="105621"/>
                  </a:lnTo>
                  <a:lnTo>
                    <a:pt x="1258454" y="105621"/>
                  </a:lnTo>
                  <a:moveTo>
                    <a:pt x="1438934" y="180658"/>
                  </a:moveTo>
                  <a:cubicBezTo>
                    <a:pt x="1439097" y="175100"/>
                    <a:pt x="1439097" y="169868"/>
                    <a:pt x="1439097" y="165291"/>
                  </a:cubicBezTo>
                  <a:lnTo>
                    <a:pt x="1439097" y="159242"/>
                  </a:lnTo>
                  <a:lnTo>
                    <a:pt x="1452012" y="159242"/>
                  </a:lnTo>
                  <a:lnTo>
                    <a:pt x="1452012" y="180658"/>
                  </a:lnTo>
                  <a:lnTo>
                    <a:pt x="1438934" y="180658"/>
                  </a:lnTo>
                  <a:moveTo>
                    <a:pt x="1452012" y="120171"/>
                  </a:moveTo>
                  <a:lnTo>
                    <a:pt x="1452012" y="143548"/>
                  </a:lnTo>
                  <a:lnTo>
                    <a:pt x="1439097" y="143548"/>
                  </a:lnTo>
                  <a:lnTo>
                    <a:pt x="1439097" y="120171"/>
                  </a:lnTo>
                  <a:lnTo>
                    <a:pt x="1452012" y="120171"/>
                  </a:lnTo>
                  <a:moveTo>
                    <a:pt x="1468197" y="105131"/>
                  </a:moveTo>
                  <a:lnTo>
                    <a:pt x="1422259" y="105131"/>
                  </a:lnTo>
                  <a:lnTo>
                    <a:pt x="1422259" y="165455"/>
                  </a:lnTo>
                  <a:cubicBezTo>
                    <a:pt x="1422259" y="188505"/>
                    <a:pt x="1421605" y="220057"/>
                    <a:pt x="1413104" y="241799"/>
                  </a:cubicBezTo>
                  <a:cubicBezTo>
                    <a:pt x="1416701" y="243433"/>
                    <a:pt x="1424221" y="249483"/>
                    <a:pt x="1427000" y="252752"/>
                  </a:cubicBezTo>
                  <a:cubicBezTo>
                    <a:pt x="1433539" y="237549"/>
                    <a:pt x="1436645" y="216460"/>
                    <a:pt x="1438117" y="196843"/>
                  </a:cubicBezTo>
                  <a:lnTo>
                    <a:pt x="1452012" y="196843"/>
                  </a:lnTo>
                  <a:lnTo>
                    <a:pt x="1452012" y="231500"/>
                  </a:lnTo>
                  <a:cubicBezTo>
                    <a:pt x="1452012" y="233462"/>
                    <a:pt x="1451522" y="233952"/>
                    <a:pt x="1449723" y="234116"/>
                  </a:cubicBezTo>
                  <a:cubicBezTo>
                    <a:pt x="1447925" y="234116"/>
                    <a:pt x="1443184" y="234116"/>
                    <a:pt x="1438280" y="233789"/>
                  </a:cubicBezTo>
                  <a:cubicBezTo>
                    <a:pt x="1440405" y="238366"/>
                    <a:pt x="1442694" y="246050"/>
                    <a:pt x="1443184" y="250627"/>
                  </a:cubicBezTo>
                  <a:cubicBezTo>
                    <a:pt x="1451849" y="250627"/>
                    <a:pt x="1457897" y="250300"/>
                    <a:pt x="1462475" y="247194"/>
                  </a:cubicBezTo>
                  <a:cubicBezTo>
                    <a:pt x="1467052" y="244415"/>
                    <a:pt x="1468197" y="239510"/>
                    <a:pt x="1468197" y="231663"/>
                  </a:cubicBezTo>
                  <a:lnTo>
                    <a:pt x="1468197" y="105131"/>
                  </a:lnTo>
                  <a:moveTo>
                    <a:pt x="1493372" y="227249"/>
                  </a:moveTo>
                  <a:lnTo>
                    <a:pt x="1493372" y="212373"/>
                  </a:lnTo>
                  <a:cubicBezTo>
                    <a:pt x="1496805" y="215806"/>
                    <a:pt x="1500892" y="220220"/>
                    <a:pt x="1502527" y="222835"/>
                  </a:cubicBezTo>
                  <a:cubicBezTo>
                    <a:pt x="1508903" y="216297"/>
                    <a:pt x="1514788" y="208122"/>
                    <a:pt x="1520019" y="199131"/>
                  </a:cubicBezTo>
                  <a:cubicBezTo>
                    <a:pt x="1524924" y="206161"/>
                    <a:pt x="1529174" y="212864"/>
                    <a:pt x="1531790" y="218422"/>
                  </a:cubicBezTo>
                  <a:lnTo>
                    <a:pt x="1543560" y="208940"/>
                  </a:lnTo>
                  <a:lnTo>
                    <a:pt x="1543560" y="227249"/>
                  </a:lnTo>
                  <a:lnTo>
                    <a:pt x="1493372" y="227249"/>
                  </a:lnTo>
                  <a:moveTo>
                    <a:pt x="1493372" y="164637"/>
                  </a:moveTo>
                  <a:cubicBezTo>
                    <a:pt x="1498767" y="170849"/>
                    <a:pt x="1504325" y="177716"/>
                    <a:pt x="1509556" y="184582"/>
                  </a:cubicBezTo>
                  <a:cubicBezTo>
                    <a:pt x="1504816" y="193246"/>
                    <a:pt x="1499421" y="201092"/>
                    <a:pt x="1493372" y="207305"/>
                  </a:cubicBezTo>
                  <a:lnTo>
                    <a:pt x="1493372" y="164637"/>
                  </a:lnTo>
                  <a:moveTo>
                    <a:pt x="1543560" y="203872"/>
                  </a:moveTo>
                  <a:cubicBezTo>
                    <a:pt x="1539800" y="197496"/>
                    <a:pt x="1534569" y="190140"/>
                    <a:pt x="1528683" y="182620"/>
                  </a:cubicBezTo>
                  <a:cubicBezTo>
                    <a:pt x="1534078" y="170849"/>
                    <a:pt x="1538493" y="158098"/>
                    <a:pt x="1542089" y="145183"/>
                  </a:cubicBezTo>
                  <a:lnTo>
                    <a:pt x="1526068" y="141423"/>
                  </a:lnTo>
                  <a:cubicBezTo>
                    <a:pt x="1523779" y="150741"/>
                    <a:pt x="1520837" y="159733"/>
                    <a:pt x="1517404" y="168397"/>
                  </a:cubicBezTo>
                  <a:cubicBezTo>
                    <a:pt x="1512663" y="162839"/>
                    <a:pt x="1507922" y="157607"/>
                    <a:pt x="1503508" y="152867"/>
                  </a:cubicBezTo>
                  <a:lnTo>
                    <a:pt x="1493372" y="160550"/>
                  </a:lnTo>
                  <a:lnTo>
                    <a:pt x="1493372" y="150251"/>
                  </a:lnTo>
                  <a:lnTo>
                    <a:pt x="1475390" y="150251"/>
                  </a:lnTo>
                  <a:lnTo>
                    <a:pt x="1475390" y="245232"/>
                  </a:lnTo>
                  <a:lnTo>
                    <a:pt x="1543560" y="245232"/>
                  </a:lnTo>
                  <a:lnTo>
                    <a:pt x="1543560" y="251935"/>
                  </a:lnTo>
                  <a:lnTo>
                    <a:pt x="1561380" y="251935"/>
                  </a:lnTo>
                  <a:lnTo>
                    <a:pt x="1561380" y="150087"/>
                  </a:lnTo>
                  <a:lnTo>
                    <a:pt x="1543560" y="150087"/>
                  </a:lnTo>
                  <a:lnTo>
                    <a:pt x="1543560" y="203872"/>
                  </a:lnTo>
                  <a:moveTo>
                    <a:pt x="1530482" y="121969"/>
                  </a:moveTo>
                  <a:cubicBezTo>
                    <a:pt x="1527539" y="115430"/>
                    <a:pt x="1521981" y="105948"/>
                    <a:pt x="1517731" y="98919"/>
                  </a:cubicBezTo>
                  <a:lnTo>
                    <a:pt x="1500402" y="104804"/>
                  </a:lnTo>
                  <a:cubicBezTo>
                    <a:pt x="1503181" y="110035"/>
                    <a:pt x="1506614" y="116247"/>
                    <a:pt x="1509229" y="121969"/>
                  </a:cubicBezTo>
                  <a:lnTo>
                    <a:pt x="1472283" y="121969"/>
                  </a:lnTo>
                  <a:lnTo>
                    <a:pt x="1472283" y="140115"/>
                  </a:lnTo>
                  <a:lnTo>
                    <a:pt x="1565303" y="140115"/>
                  </a:lnTo>
                  <a:lnTo>
                    <a:pt x="1565303" y="121969"/>
                  </a:lnTo>
                  <a:lnTo>
                    <a:pt x="1530482" y="121969"/>
                  </a:lnTo>
                  <a:moveTo>
                    <a:pt x="1684152" y="229211"/>
                  </a:moveTo>
                  <a:lnTo>
                    <a:pt x="1692162" y="216297"/>
                  </a:lnTo>
                  <a:cubicBezTo>
                    <a:pt x="1675487" y="210575"/>
                    <a:pt x="1647860" y="204689"/>
                    <a:pt x="1625790" y="202401"/>
                  </a:cubicBezTo>
                  <a:lnTo>
                    <a:pt x="1616962" y="214988"/>
                  </a:lnTo>
                  <a:cubicBezTo>
                    <a:pt x="1638541" y="217441"/>
                    <a:pt x="1665025" y="223326"/>
                    <a:pt x="1681373" y="229211"/>
                  </a:cubicBezTo>
                  <a:lnTo>
                    <a:pt x="1604047" y="229211"/>
                  </a:lnTo>
                  <a:lnTo>
                    <a:pt x="1604047" y="180822"/>
                  </a:lnTo>
                  <a:cubicBezTo>
                    <a:pt x="1606826" y="184745"/>
                    <a:pt x="1609769" y="190303"/>
                    <a:pt x="1611077" y="194063"/>
                  </a:cubicBezTo>
                  <a:cubicBezTo>
                    <a:pt x="1619905" y="191938"/>
                    <a:pt x="1629059" y="189159"/>
                    <a:pt x="1637887" y="185726"/>
                  </a:cubicBezTo>
                  <a:lnTo>
                    <a:pt x="1631839" y="194063"/>
                  </a:lnTo>
                  <a:cubicBezTo>
                    <a:pt x="1645571" y="197006"/>
                    <a:pt x="1662899" y="202891"/>
                    <a:pt x="1672545" y="207305"/>
                  </a:cubicBezTo>
                  <a:lnTo>
                    <a:pt x="1680392" y="195371"/>
                  </a:lnTo>
                  <a:cubicBezTo>
                    <a:pt x="1671237" y="191284"/>
                    <a:pt x="1655870" y="186544"/>
                    <a:pt x="1642955" y="183764"/>
                  </a:cubicBezTo>
                  <a:cubicBezTo>
                    <a:pt x="1647369" y="181802"/>
                    <a:pt x="1651783" y="179840"/>
                    <a:pt x="1656033" y="177552"/>
                  </a:cubicBezTo>
                  <a:cubicBezTo>
                    <a:pt x="1668621" y="184091"/>
                    <a:pt x="1682517" y="188995"/>
                    <a:pt x="1696740" y="191938"/>
                  </a:cubicBezTo>
                  <a:cubicBezTo>
                    <a:pt x="1698538" y="188505"/>
                    <a:pt x="1702135" y="183274"/>
                    <a:pt x="1705404" y="179514"/>
                  </a:cubicBezTo>
                  <a:lnTo>
                    <a:pt x="1705404" y="229211"/>
                  </a:lnTo>
                  <a:lnTo>
                    <a:pt x="1684152" y="229211"/>
                  </a:lnTo>
                  <a:moveTo>
                    <a:pt x="1639358" y="123114"/>
                  </a:moveTo>
                  <a:cubicBezTo>
                    <a:pt x="1631348" y="135211"/>
                    <a:pt x="1618106" y="146654"/>
                    <a:pt x="1604865" y="154174"/>
                  </a:cubicBezTo>
                  <a:cubicBezTo>
                    <a:pt x="1608461" y="156790"/>
                    <a:pt x="1614673" y="162512"/>
                    <a:pt x="1617616" y="165618"/>
                  </a:cubicBezTo>
                  <a:cubicBezTo>
                    <a:pt x="1620886" y="163493"/>
                    <a:pt x="1624319" y="161040"/>
                    <a:pt x="1627588" y="158262"/>
                  </a:cubicBezTo>
                  <a:cubicBezTo>
                    <a:pt x="1631021" y="161531"/>
                    <a:pt x="1634945" y="164637"/>
                    <a:pt x="1639195" y="167743"/>
                  </a:cubicBezTo>
                  <a:cubicBezTo>
                    <a:pt x="1628079" y="172157"/>
                    <a:pt x="1615818" y="175590"/>
                    <a:pt x="1604047" y="177879"/>
                  </a:cubicBezTo>
                  <a:lnTo>
                    <a:pt x="1604047" y="123114"/>
                  </a:lnTo>
                  <a:lnTo>
                    <a:pt x="1639358" y="123114"/>
                  </a:lnTo>
                  <a:moveTo>
                    <a:pt x="1671400" y="149924"/>
                  </a:moveTo>
                  <a:cubicBezTo>
                    <a:pt x="1666660" y="153684"/>
                    <a:pt x="1661428" y="157280"/>
                    <a:pt x="1655216" y="160223"/>
                  </a:cubicBezTo>
                  <a:cubicBezTo>
                    <a:pt x="1649331" y="157280"/>
                    <a:pt x="1644263" y="153684"/>
                    <a:pt x="1640012" y="149924"/>
                  </a:cubicBezTo>
                  <a:lnTo>
                    <a:pt x="1671400" y="149924"/>
                  </a:lnTo>
                  <a:moveTo>
                    <a:pt x="1705404" y="177061"/>
                  </a:moveTo>
                  <a:cubicBezTo>
                    <a:pt x="1694124" y="174936"/>
                    <a:pt x="1682681" y="171994"/>
                    <a:pt x="1672382" y="168070"/>
                  </a:cubicBezTo>
                  <a:cubicBezTo>
                    <a:pt x="1683497" y="160387"/>
                    <a:pt x="1693143" y="151559"/>
                    <a:pt x="1699682" y="141423"/>
                  </a:cubicBezTo>
                  <a:lnTo>
                    <a:pt x="1688729" y="134884"/>
                  </a:lnTo>
                  <a:lnTo>
                    <a:pt x="1685950" y="135538"/>
                  </a:lnTo>
                  <a:lnTo>
                    <a:pt x="1650311" y="135538"/>
                  </a:lnTo>
                  <a:cubicBezTo>
                    <a:pt x="1652273" y="133086"/>
                    <a:pt x="1654072" y="130470"/>
                    <a:pt x="1655706" y="128018"/>
                  </a:cubicBezTo>
                  <a:lnTo>
                    <a:pt x="1641811" y="123114"/>
                  </a:lnTo>
                  <a:lnTo>
                    <a:pt x="1705404" y="123114"/>
                  </a:lnTo>
                  <a:lnTo>
                    <a:pt x="1705404" y="177061"/>
                  </a:lnTo>
                  <a:moveTo>
                    <a:pt x="1585411" y="105621"/>
                  </a:moveTo>
                  <a:lnTo>
                    <a:pt x="1585411" y="252261"/>
                  </a:lnTo>
                  <a:lnTo>
                    <a:pt x="1604047" y="252261"/>
                  </a:lnTo>
                  <a:lnTo>
                    <a:pt x="1604047" y="246377"/>
                  </a:lnTo>
                  <a:lnTo>
                    <a:pt x="1705404" y="246377"/>
                  </a:lnTo>
                  <a:lnTo>
                    <a:pt x="1705404" y="252261"/>
                  </a:lnTo>
                  <a:lnTo>
                    <a:pt x="1725022" y="252261"/>
                  </a:lnTo>
                  <a:lnTo>
                    <a:pt x="1725022" y="105621"/>
                  </a:lnTo>
                  <a:lnTo>
                    <a:pt x="1585411" y="105621"/>
                  </a:lnTo>
                  <a:moveTo>
                    <a:pt x="1097754" y="430985"/>
                  </a:moveTo>
                  <a:lnTo>
                    <a:pt x="1119497" y="430985"/>
                  </a:lnTo>
                  <a:lnTo>
                    <a:pt x="1119497" y="380469"/>
                  </a:lnTo>
                  <a:cubicBezTo>
                    <a:pt x="1119497" y="369026"/>
                    <a:pt x="1117535" y="352188"/>
                    <a:pt x="1116391" y="340745"/>
                  </a:cubicBezTo>
                  <a:lnTo>
                    <a:pt x="1117045" y="340745"/>
                  </a:lnTo>
                  <a:lnTo>
                    <a:pt x="1126690" y="369190"/>
                  </a:lnTo>
                  <a:lnTo>
                    <a:pt x="1145490" y="420032"/>
                  </a:lnTo>
                  <a:lnTo>
                    <a:pt x="1159385" y="420032"/>
                  </a:lnTo>
                  <a:lnTo>
                    <a:pt x="1178022" y="369190"/>
                  </a:lnTo>
                  <a:lnTo>
                    <a:pt x="1187831" y="340745"/>
                  </a:lnTo>
                  <a:lnTo>
                    <a:pt x="1188648" y="340745"/>
                  </a:lnTo>
                  <a:cubicBezTo>
                    <a:pt x="1187340" y="352188"/>
                    <a:pt x="1185542" y="369026"/>
                    <a:pt x="1185542" y="380469"/>
                  </a:cubicBezTo>
                  <a:lnTo>
                    <a:pt x="1185542" y="430985"/>
                  </a:lnTo>
                  <a:lnTo>
                    <a:pt x="1207612" y="430985"/>
                  </a:lnTo>
                  <a:lnTo>
                    <a:pt x="1207612" y="309847"/>
                  </a:lnTo>
                  <a:lnTo>
                    <a:pt x="1180801" y="309847"/>
                  </a:lnTo>
                  <a:lnTo>
                    <a:pt x="1160693" y="366574"/>
                  </a:lnTo>
                  <a:cubicBezTo>
                    <a:pt x="1158078" y="374094"/>
                    <a:pt x="1155952" y="382104"/>
                    <a:pt x="1153337" y="389788"/>
                  </a:cubicBezTo>
                  <a:lnTo>
                    <a:pt x="1152519" y="389788"/>
                  </a:lnTo>
                  <a:cubicBezTo>
                    <a:pt x="1150067" y="382104"/>
                    <a:pt x="1147779" y="374094"/>
                    <a:pt x="1145163" y="366574"/>
                  </a:cubicBezTo>
                  <a:lnTo>
                    <a:pt x="1124565" y="309847"/>
                  </a:lnTo>
                  <a:lnTo>
                    <a:pt x="1097754" y="309847"/>
                  </a:lnTo>
                  <a:lnTo>
                    <a:pt x="1097754" y="430985"/>
                  </a:lnTo>
                  <a:moveTo>
                    <a:pt x="1235324" y="430985"/>
                  </a:moveTo>
                  <a:lnTo>
                    <a:pt x="1259355" y="430985"/>
                  </a:lnTo>
                  <a:lnTo>
                    <a:pt x="1259355" y="339437"/>
                  </a:lnTo>
                  <a:lnTo>
                    <a:pt x="1235324" y="339437"/>
                  </a:lnTo>
                  <a:lnTo>
                    <a:pt x="1235324" y="430985"/>
                  </a:lnTo>
                  <a:moveTo>
                    <a:pt x="1247422" y="324724"/>
                  </a:moveTo>
                  <a:cubicBezTo>
                    <a:pt x="1255595" y="324724"/>
                    <a:pt x="1261317" y="319492"/>
                    <a:pt x="1261317" y="311481"/>
                  </a:cubicBezTo>
                  <a:cubicBezTo>
                    <a:pt x="1261317" y="303635"/>
                    <a:pt x="1255595" y="298404"/>
                    <a:pt x="1247422" y="298404"/>
                  </a:cubicBezTo>
                  <a:cubicBezTo>
                    <a:pt x="1239084" y="298404"/>
                    <a:pt x="1233362" y="303635"/>
                    <a:pt x="1233362" y="311481"/>
                  </a:cubicBezTo>
                  <a:cubicBezTo>
                    <a:pt x="1233362" y="319492"/>
                    <a:pt x="1239084" y="324724"/>
                    <a:pt x="1247422" y="324724"/>
                  </a:cubicBezTo>
                  <a:moveTo>
                    <a:pt x="1284974" y="430985"/>
                  </a:moveTo>
                  <a:lnTo>
                    <a:pt x="1309005" y="430985"/>
                  </a:lnTo>
                  <a:lnTo>
                    <a:pt x="1309005" y="368045"/>
                  </a:lnTo>
                  <a:cubicBezTo>
                    <a:pt x="1315708" y="361343"/>
                    <a:pt x="1320449" y="357746"/>
                    <a:pt x="1327969" y="357746"/>
                  </a:cubicBezTo>
                  <a:cubicBezTo>
                    <a:pt x="1336960" y="357746"/>
                    <a:pt x="1340883" y="362650"/>
                    <a:pt x="1340883" y="376873"/>
                  </a:cubicBezTo>
                  <a:lnTo>
                    <a:pt x="1340883" y="430985"/>
                  </a:lnTo>
                  <a:lnTo>
                    <a:pt x="1364915" y="430985"/>
                  </a:lnTo>
                  <a:lnTo>
                    <a:pt x="1364915" y="373931"/>
                  </a:lnTo>
                  <a:cubicBezTo>
                    <a:pt x="1364915" y="350880"/>
                    <a:pt x="1356414" y="337148"/>
                    <a:pt x="1336634" y="337148"/>
                  </a:cubicBezTo>
                  <a:cubicBezTo>
                    <a:pt x="1324209" y="337148"/>
                    <a:pt x="1314891" y="343687"/>
                    <a:pt x="1306881" y="351534"/>
                  </a:cubicBezTo>
                  <a:lnTo>
                    <a:pt x="1306390" y="351534"/>
                  </a:lnTo>
                  <a:lnTo>
                    <a:pt x="1304592" y="339437"/>
                  </a:lnTo>
                  <a:lnTo>
                    <a:pt x="1284974" y="339437"/>
                  </a:lnTo>
                  <a:lnTo>
                    <a:pt x="1284974" y="430985"/>
                  </a:lnTo>
                  <a:moveTo>
                    <a:pt x="1421908" y="433273"/>
                  </a:moveTo>
                  <a:cubicBezTo>
                    <a:pt x="1431389" y="433273"/>
                    <a:pt x="1440544" y="428042"/>
                    <a:pt x="1447247" y="421503"/>
                  </a:cubicBezTo>
                  <a:lnTo>
                    <a:pt x="1447901" y="421503"/>
                  </a:lnTo>
                  <a:lnTo>
                    <a:pt x="1449699" y="430985"/>
                  </a:lnTo>
                  <a:lnTo>
                    <a:pt x="1469153" y="430985"/>
                  </a:lnTo>
                  <a:lnTo>
                    <a:pt x="1469153" y="300529"/>
                  </a:lnTo>
                  <a:lnTo>
                    <a:pt x="1445285" y="300529"/>
                  </a:lnTo>
                  <a:lnTo>
                    <a:pt x="1445285" y="332734"/>
                  </a:lnTo>
                  <a:lnTo>
                    <a:pt x="1446103" y="347120"/>
                  </a:lnTo>
                  <a:cubicBezTo>
                    <a:pt x="1439564" y="341072"/>
                    <a:pt x="1433188" y="337148"/>
                    <a:pt x="1422889" y="337148"/>
                  </a:cubicBezTo>
                  <a:cubicBezTo>
                    <a:pt x="1403108" y="337148"/>
                    <a:pt x="1384471" y="355457"/>
                    <a:pt x="1384471" y="385211"/>
                  </a:cubicBezTo>
                  <a:cubicBezTo>
                    <a:pt x="1384471" y="415290"/>
                    <a:pt x="1399184" y="433273"/>
                    <a:pt x="1421908" y="433273"/>
                  </a:cubicBezTo>
                  <a:moveTo>
                    <a:pt x="1428120" y="413492"/>
                  </a:moveTo>
                  <a:cubicBezTo>
                    <a:pt x="1416023" y="413492"/>
                    <a:pt x="1409157" y="404011"/>
                    <a:pt x="1409157" y="385047"/>
                  </a:cubicBezTo>
                  <a:cubicBezTo>
                    <a:pt x="1409157" y="366737"/>
                    <a:pt x="1417821" y="356929"/>
                    <a:pt x="1428120" y="356929"/>
                  </a:cubicBezTo>
                  <a:cubicBezTo>
                    <a:pt x="1433842" y="356929"/>
                    <a:pt x="1439727" y="358727"/>
                    <a:pt x="1445285" y="363795"/>
                  </a:cubicBezTo>
                  <a:lnTo>
                    <a:pt x="1445285" y="404011"/>
                  </a:lnTo>
                  <a:cubicBezTo>
                    <a:pt x="1439890" y="410877"/>
                    <a:pt x="1434496" y="413492"/>
                    <a:pt x="1428120" y="413492"/>
                  </a:cubicBezTo>
                  <a:moveTo>
                    <a:pt x="1496872" y="430985"/>
                  </a:moveTo>
                  <a:lnTo>
                    <a:pt x="1518615" y="430985"/>
                  </a:lnTo>
                  <a:lnTo>
                    <a:pt x="1518615" y="380469"/>
                  </a:lnTo>
                  <a:cubicBezTo>
                    <a:pt x="1518615" y="369026"/>
                    <a:pt x="1516653" y="352188"/>
                    <a:pt x="1515508" y="340745"/>
                  </a:cubicBezTo>
                  <a:lnTo>
                    <a:pt x="1516162" y="340745"/>
                  </a:lnTo>
                  <a:lnTo>
                    <a:pt x="1525808" y="369190"/>
                  </a:lnTo>
                  <a:lnTo>
                    <a:pt x="1544608" y="420032"/>
                  </a:lnTo>
                  <a:lnTo>
                    <a:pt x="1558503" y="420032"/>
                  </a:lnTo>
                  <a:lnTo>
                    <a:pt x="1577139" y="369190"/>
                  </a:lnTo>
                  <a:lnTo>
                    <a:pt x="1586949" y="340745"/>
                  </a:lnTo>
                  <a:lnTo>
                    <a:pt x="1587765" y="340745"/>
                  </a:lnTo>
                  <a:cubicBezTo>
                    <a:pt x="1586458" y="352188"/>
                    <a:pt x="1584660" y="369026"/>
                    <a:pt x="1584660" y="380469"/>
                  </a:cubicBezTo>
                  <a:lnTo>
                    <a:pt x="1584660" y="430985"/>
                  </a:lnTo>
                  <a:lnTo>
                    <a:pt x="1606729" y="430985"/>
                  </a:lnTo>
                  <a:lnTo>
                    <a:pt x="1606729" y="309847"/>
                  </a:lnTo>
                  <a:lnTo>
                    <a:pt x="1579919" y="309847"/>
                  </a:lnTo>
                  <a:lnTo>
                    <a:pt x="1559811" y="366574"/>
                  </a:lnTo>
                  <a:cubicBezTo>
                    <a:pt x="1557196" y="374094"/>
                    <a:pt x="1555070" y="382104"/>
                    <a:pt x="1552454" y="389788"/>
                  </a:cubicBezTo>
                  <a:lnTo>
                    <a:pt x="1551637" y="389788"/>
                  </a:lnTo>
                  <a:cubicBezTo>
                    <a:pt x="1549185" y="382104"/>
                    <a:pt x="1546896" y="374094"/>
                    <a:pt x="1544280" y="366574"/>
                  </a:cubicBezTo>
                  <a:lnTo>
                    <a:pt x="1523682" y="309847"/>
                  </a:lnTo>
                  <a:lnTo>
                    <a:pt x="1496872" y="309847"/>
                  </a:lnTo>
                  <a:lnTo>
                    <a:pt x="1496872" y="430985"/>
                  </a:lnTo>
                  <a:moveTo>
                    <a:pt x="1657002" y="433273"/>
                  </a:moveTo>
                  <a:cubicBezTo>
                    <a:pt x="1667464" y="433273"/>
                    <a:pt x="1676619" y="428042"/>
                    <a:pt x="1684630" y="421176"/>
                  </a:cubicBezTo>
                  <a:lnTo>
                    <a:pt x="1685283" y="421176"/>
                  </a:lnTo>
                  <a:lnTo>
                    <a:pt x="1686918" y="430985"/>
                  </a:lnTo>
                  <a:lnTo>
                    <a:pt x="1706535" y="430985"/>
                  </a:lnTo>
                  <a:lnTo>
                    <a:pt x="1706535" y="377527"/>
                  </a:lnTo>
                  <a:cubicBezTo>
                    <a:pt x="1706535" y="351044"/>
                    <a:pt x="1694601" y="337148"/>
                    <a:pt x="1671387" y="337148"/>
                  </a:cubicBezTo>
                  <a:cubicBezTo>
                    <a:pt x="1657002" y="337148"/>
                    <a:pt x="1643923" y="342543"/>
                    <a:pt x="1633134" y="349245"/>
                  </a:cubicBezTo>
                  <a:lnTo>
                    <a:pt x="1641798" y="365103"/>
                  </a:lnTo>
                  <a:cubicBezTo>
                    <a:pt x="1650299" y="360199"/>
                    <a:pt x="1658473" y="356438"/>
                    <a:pt x="1666974" y="356438"/>
                  </a:cubicBezTo>
                  <a:cubicBezTo>
                    <a:pt x="1678254" y="356438"/>
                    <a:pt x="1682177" y="363304"/>
                    <a:pt x="1682668" y="372296"/>
                  </a:cubicBezTo>
                  <a:cubicBezTo>
                    <a:pt x="1645722" y="376219"/>
                    <a:pt x="1629864" y="386519"/>
                    <a:pt x="1629864" y="406136"/>
                  </a:cubicBezTo>
                  <a:cubicBezTo>
                    <a:pt x="1629864" y="421666"/>
                    <a:pt x="1640654" y="433273"/>
                    <a:pt x="1657002" y="433273"/>
                  </a:cubicBezTo>
                  <a:moveTo>
                    <a:pt x="1664848" y="414473"/>
                  </a:moveTo>
                  <a:cubicBezTo>
                    <a:pt x="1657819" y="414473"/>
                    <a:pt x="1652751" y="411367"/>
                    <a:pt x="1652751" y="404174"/>
                  </a:cubicBezTo>
                  <a:cubicBezTo>
                    <a:pt x="1652751" y="396000"/>
                    <a:pt x="1660271" y="389788"/>
                    <a:pt x="1682668" y="387009"/>
                  </a:cubicBezTo>
                  <a:lnTo>
                    <a:pt x="1682668" y="405482"/>
                  </a:lnTo>
                  <a:cubicBezTo>
                    <a:pt x="1676782" y="411204"/>
                    <a:pt x="1671714" y="414473"/>
                    <a:pt x="1664848" y="414473"/>
                  </a:cubicBezTo>
                  <a:moveTo>
                    <a:pt x="1757184" y="433273"/>
                  </a:moveTo>
                  <a:cubicBezTo>
                    <a:pt x="1781053" y="433273"/>
                    <a:pt x="1793640" y="420358"/>
                    <a:pt x="1793640" y="404338"/>
                  </a:cubicBezTo>
                  <a:cubicBezTo>
                    <a:pt x="1793640" y="387335"/>
                    <a:pt x="1780237" y="381287"/>
                    <a:pt x="1768137" y="376709"/>
                  </a:cubicBezTo>
                  <a:cubicBezTo>
                    <a:pt x="1758492" y="373113"/>
                    <a:pt x="1749991" y="370661"/>
                    <a:pt x="1749991" y="363958"/>
                  </a:cubicBezTo>
                  <a:cubicBezTo>
                    <a:pt x="1749991" y="358727"/>
                    <a:pt x="1753915" y="355131"/>
                    <a:pt x="1762252" y="355131"/>
                  </a:cubicBezTo>
                  <a:cubicBezTo>
                    <a:pt x="1768955" y="355131"/>
                    <a:pt x="1775331" y="358237"/>
                    <a:pt x="1781868" y="362977"/>
                  </a:cubicBezTo>
                  <a:lnTo>
                    <a:pt x="1792661" y="348428"/>
                  </a:lnTo>
                  <a:cubicBezTo>
                    <a:pt x="1785137" y="342706"/>
                    <a:pt x="1774840" y="337148"/>
                    <a:pt x="1761599" y="337148"/>
                  </a:cubicBezTo>
                  <a:cubicBezTo>
                    <a:pt x="1740673" y="337148"/>
                    <a:pt x="1727431" y="348755"/>
                    <a:pt x="1727431" y="365103"/>
                  </a:cubicBezTo>
                  <a:cubicBezTo>
                    <a:pt x="1727431" y="380469"/>
                    <a:pt x="1740346" y="387499"/>
                    <a:pt x="1751953" y="391913"/>
                  </a:cubicBezTo>
                  <a:cubicBezTo>
                    <a:pt x="1761599" y="395673"/>
                    <a:pt x="1771080" y="398779"/>
                    <a:pt x="1771080" y="405645"/>
                  </a:cubicBezTo>
                  <a:cubicBezTo>
                    <a:pt x="1771080" y="411367"/>
                    <a:pt x="1766993" y="415290"/>
                    <a:pt x="1757838" y="415290"/>
                  </a:cubicBezTo>
                  <a:cubicBezTo>
                    <a:pt x="1749338" y="415290"/>
                    <a:pt x="1741490" y="411694"/>
                    <a:pt x="1733317" y="405318"/>
                  </a:cubicBezTo>
                  <a:lnTo>
                    <a:pt x="1722363" y="420358"/>
                  </a:lnTo>
                  <a:cubicBezTo>
                    <a:pt x="1731518" y="427878"/>
                    <a:pt x="1744923" y="433273"/>
                    <a:pt x="1757184" y="433273"/>
                  </a:cubicBezTo>
                  <a:moveTo>
                    <a:pt x="1841653" y="433273"/>
                  </a:moveTo>
                  <a:cubicBezTo>
                    <a:pt x="1849664" y="433273"/>
                    <a:pt x="1856036" y="431475"/>
                    <a:pt x="1860943" y="429840"/>
                  </a:cubicBezTo>
                  <a:lnTo>
                    <a:pt x="1857016" y="412348"/>
                  </a:lnTo>
                  <a:cubicBezTo>
                    <a:pt x="1854563" y="413329"/>
                    <a:pt x="1850965" y="414310"/>
                    <a:pt x="1848026" y="414310"/>
                  </a:cubicBezTo>
                  <a:cubicBezTo>
                    <a:pt x="1839851" y="414310"/>
                    <a:pt x="1835602" y="409406"/>
                    <a:pt x="1835602" y="398943"/>
                  </a:cubicBezTo>
                  <a:lnTo>
                    <a:pt x="1835602" y="358400"/>
                  </a:lnTo>
                  <a:lnTo>
                    <a:pt x="1858160" y="358400"/>
                  </a:lnTo>
                  <a:lnTo>
                    <a:pt x="1858160" y="339437"/>
                  </a:lnTo>
                  <a:lnTo>
                    <a:pt x="1835602" y="339437"/>
                  </a:lnTo>
                  <a:lnTo>
                    <a:pt x="1835602" y="314751"/>
                  </a:lnTo>
                  <a:lnTo>
                    <a:pt x="1815655" y="314751"/>
                  </a:lnTo>
                  <a:lnTo>
                    <a:pt x="1812880" y="339437"/>
                  </a:lnTo>
                  <a:lnTo>
                    <a:pt x="1798654" y="340581"/>
                  </a:lnTo>
                  <a:lnTo>
                    <a:pt x="1798654" y="358400"/>
                  </a:lnTo>
                  <a:lnTo>
                    <a:pt x="1811571" y="358400"/>
                  </a:lnTo>
                  <a:lnTo>
                    <a:pt x="1811571" y="398943"/>
                  </a:lnTo>
                  <a:cubicBezTo>
                    <a:pt x="1811571" y="419377"/>
                    <a:pt x="1819910" y="433273"/>
                    <a:pt x="1841653" y="433273"/>
                  </a:cubicBezTo>
                  <a:moveTo>
                    <a:pt x="1913640" y="433273"/>
                  </a:moveTo>
                  <a:cubicBezTo>
                    <a:pt x="1924919" y="433273"/>
                    <a:pt x="1936527" y="429350"/>
                    <a:pt x="1945517" y="423138"/>
                  </a:cubicBezTo>
                  <a:lnTo>
                    <a:pt x="1937342" y="408424"/>
                  </a:lnTo>
                  <a:cubicBezTo>
                    <a:pt x="1930805" y="412511"/>
                    <a:pt x="1924268" y="414800"/>
                    <a:pt x="1916744" y="414800"/>
                  </a:cubicBezTo>
                  <a:cubicBezTo>
                    <a:pt x="1903176" y="414800"/>
                    <a:pt x="1893371" y="406953"/>
                    <a:pt x="1891411" y="391913"/>
                  </a:cubicBezTo>
                  <a:lnTo>
                    <a:pt x="1947806" y="391913"/>
                  </a:lnTo>
                  <a:cubicBezTo>
                    <a:pt x="1948464" y="389788"/>
                    <a:pt x="1948950" y="385374"/>
                    <a:pt x="1948950" y="380797"/>
                  </a:cubicBezTo>
                  <a:cubicBezTo>
                    <a:pt x="1948950" y="355621"/>
                    <a:pt x="1935876" y="337148"/>
                    <a:pt x="1910700" y="337148"/>
                  </a:cubicBezTo>
                  <a:cubicBezTo>
                    <a:pt x="1888958" y="337148"/>
                    <a:pt x="1868030" y="355621"/>
                    <a:pt x="1868030" y="385211"/>
                  </a:cubicBezTo>
                  <a:cubicBezTo>
                    <a:pt x="1868030" y="415454"/>
                    <a:pt x="1887978" y="433273"/>
                    <a:pt x="1913640" y="433273"/>
                  </a:cubicBezTo>
                  <a:moveTo>
                    <a:pt x="1891082" y="375892"/>
                  </a:moveTo>
                  <a:cubicBezTo>
                    <a:pt x="1892877" y="362650"/>
                    <a:pt x="1901381" y="355784"/>
                    <a:pt x="1911022" y="355784"/>
                  </a:cubicBezTo>
                  <a:cubicBezTo>
                    <a:pt x="1922795" y="355784"/>
                    <a:pt x="1928352" y="363632"/>
                    <a:pt x="1928352" y="375892"/>
                  </a:cubicBezTo>
                  <a:lnTo>
                    <a:pt x="1891082" y="375892"/>
                  </a:lnTo>
                  <a:moveTo>
                    <a:pt x="1968740" y="430985"/>
                  </a:moveTo>
                  <a:lnTo>
                    <a:pt x="1992772" y="430985"/>
                  </a:lnTo>
                  <a:lnTo>
                    <a:pt x="1992772" y="376383"/>
                  </a:lnTo>
                  <a:cubicBezTo>
                    <a:pt x="1997843" y="363141"/>
                    <a:pt x="2006504" y="358400"/>
                    <a:pt x="2013699" y="358400"/>
                  </a:cubicBezTo>
                  <a:cubicBezTo>
                    <a:pt x="2017461" y="358400"/>
                    <a:pt x="2020072" y="358890"/>
                    <a:pt x="2023347" y="359871"/>
                  </a:cubicBezTo>
                  <a:lnTo>
                    <a:pt x="2027431" y="339110"/>
                  </a:lnTo>
                  <a:cubicBezTo>
                    <a:pt x="2024649" y="337965"/>
                    <a:pt x="2021709" y="337148"/>
                    <a:pt x="2016638" y="337148"/>
                  </a:cubicBezTo>
                  <a:cubicBezTo>
                    <a:pt x="2007162" y="337148"/>
                    <a:pt x="1997349" y="343687"/>
                    <a:pt x="1990647" y="355621"/>
                  </a:cubicBezTo>
                  <a:lnTo>
                    <a:pt x="1990161" y="355621"/>
                  </a:lnTo>
                  <a:lnTo>
                    <a:pt x="1988359" y="339437"/>
                  </a:lnTo>
                  <a:lnTo>
                    <a:pt x="1968740" y="339437"/>
                  </a:lnTo>
                  <a:lnTo>
                    <a:pt x="1968740" y="430985"/>
                  </a:lnTo>
                </a:path>
              </a:pathLst>
            </a:custGeom>
            <a:solidFill>
              <a:srgbClr val="FFFFFF"/>
            </a:solidFill>
          </p:spPr>
        </p:sp>
        <p:sp>
          <p:nvSpPr>
            <p:cNvPr id="189" name="shape189"/>
            <p:cNvSpPr/>
            <p:nvPr/>
          </p:nvSpPr>
          <p:spPr>
            <a:xfrm>
              <a:off x="2503974" y="809843"/>
              <a:ext cx="192000" cy="192000"/>
            </a:xfrm>
            <a:custGeom>
              <a:avLst/>
              <a:gdLst/>
              <a:ahLst/>
              <a:cxnLst/>
              <a:rect l="0" t="0" r="0" b="0"/>
              <a:pathLst>
                <a:path w="192000" h="192000">
                  <a:moveTo>
                    <a:pt x="83426" y="386789"/>
                  </a:moveTo>
                  <a:lnTo>
                    <a:pt x="51606" y="418609"/>
                  </a:lnTo>
                  <a:cubicBezTo>
                    <a:pt x="43204" y="427012"/>
                    <a:pt x="37083" y="433137"/>
                    <a:pt x="32653" y="438356"/>
                  </a:cubicBezTo>
                  <a:cubicBezTo>
                    <a:pt x="28254" y="443537"/>
                    <a:pt x="25770" y="447547"/>
                    <a:pt x="24445" y="451623"/>
                  </a:cubicBezTo>
                  <a:cubicBezTo>
                    <a:pt x="21968" y="459248"/>
                    <a:pt x="21968" y="467463"/>
                    <a:pt x="24445" y="475089"/>
                  </a:cubicBezTo>
                  <a:cubicBezTo>
                    <a:pt x="25770" y="479164"/>
                    <a:pt x="28254" y="483175"/>
                    <a:pt x="32653" y="488356"/>
                  </a:cubicBezTo>
                  <a:cubicBezTo>
                    <a:pt x="37083" y="493574"/>
                    <a:pt x="43204" y="499700"/>
                    <a:pt x="51606" y="508102"/>
                  </a:cubicBezTo>
                  <a:lnTo>
                    <a:pt x="83426" y="539922"/>
                  </a:lnTo>
                  <a:cubicBezTo>
                    <a:pt x="91829" y="548325"/>
                    <a:pt x="97954" y="554445"/>
                    <a:pt x="103173" y="558875"/>
                  </a:cubicBezTo>
                  <a:cubicBezTo>
                    <a:pt x="108354" y="563274"/>
                    <a:pt x="112364" y="565759"/>
                    <a:pt x="116440" y="567083"/>
                  </a:cubicBezTo>
                  <a:cubicBezTo>
                    <a:pt x="124066" y="569561"/>
                    <a:pt x="132280" y="569561"/>
                    <a:pt x="139906" y="567083"/>
                  </a:cubicBezTo>
                  <a:cubicBezTo>
                    <a:pt x="143981" y="565759"/>
                    <a:pt x="147992" y="563274"/>
                    <a:pt x="153173" y="558875"/>
                  </a:cubicBezTo>
                  <a:cubicBezTo>
                    <a:pt x="158392" y="554445"/>
                    <a:pt x="164516" y="548325"/>
                    <a:pt x="172919" y="539922"/>
                  </a:cubicBezTo>
                  <a:lnTo>
                    <a:pt x="204739" y="508102"/>
                  </a:lnTo>
                  <a:cubicBezTo>
                    <a:pt x="213142" y="499700"/>
                    <a:pt x="219262" y="493574"/>
                    <a:pt x="223693" y="488356"/>
                  </a:cubicBezTo>
                  <a:cubicBezTo>
                    <a:pt x="228091" y="483175"/>
                    <a:pt x="230576" y="479164"/>
                    <a:pt x="231900" y="475088"/>
                  </a:cubicBezTo>
                  <a:cubicBezTo>
                    <a:pt x="234378" y="467463"/>
                    <a:pt x="234378" y="459248"/>
                    <a:pt x="231900" y="451623"/>
                  </a:cubicBezTo>
                  <a:cubicBezTo>
                    <a:pt x="230576" y="447547"/>
                    <a:pt x="228091" y="443537"/>
                    <a:pt x="223693" y="438356"/>
                  </a:cubicBezTo>
                  <a:cubicBezTo>
                    <a:pt x="219262" y="433137"/>
                    <a:pt x="213142" y="427012"/>
                    <a:pt x="204739" y="418609"/>
                  </a:cubicBezTo>
                  <a:lnTo>
                    <a:pt x="172919" y="386789"/>
                  </a:lnTo>
                  <a:cubicBezTo>
                    <a:pt x="164516" y="378386"/>
                    <a:pt x="158392" y="372266"/>
                    <a:pt x="153173" y="367836"/>
                  </a:cubicBezTo>
                  <a:cubicBezTo>
                    <a:pt x="147992" y="363437"/>
                    <a:pt x="143981" y="360952"/>
                    <a:pt x="139906" y="359628"/>
                  </a:cubicBezTo>
                  <a:cubicBezTo>
                    <a:pt x="132280" y="357151"/>
                    <a:pt x="124066" y="357151"/>
                    <a:pt x="116440" y="359628"/>
                  </a:cubicBezTo>
                  <a:cubicBezTo>
                    <a:pt x="112364" y="360952"/>
                    <a:pt x="108354" y="363437"/>
                    <a:pt x="103173" y="367836"/>
                  </a:cubicBezTo>
                  <a:cubicBezTo>
                    <a:pt x="97954" y="372266"/>
                    <a:pt x="91829" y="378386"/>
                    <a:pt x="83426" y="386789"/>
                  </a:cubicBezTo>
                  <a:moveTo>
                    <a:pt x="20433" y="476392"/>
                  </a:moveTo>
                  <a:cubicBezTo>
                    <a:pt x="23563" y="486025"/>
                    <a:pt x="31916" y="494378"/>
                    <a:pt x="48623" y="511085"/>
                  </a:cubicBezTo>
                  <a:lnTo>
                    <a:pt x="80443" y="542905"/>
                  </a:lnTo>
                  <a:cubicBezTo>
                    <a:pt x="97150" y="559612"/>
                    <a:pt x="105503" y="567965"/>
                    <a:pt x="115136" y="571096"/>
                  </a:cubicBezTo>
                  <a:cubicBezTo>
                    <a:pt x="123609" y="573848"/>
                    <a:pt x="132736" y="573848"/>
                    <a:pt x="141209" y="571096"/>
                  </a:cubicBezTo>
                  <a:cubicBezTo>
                    <a:pt x="150842" y="567965"/>
                    <a:pt x="159196" y="559612"/>
                    <a:pt x="175903" y="542905"/>
                  </a:cubicBezTo>
                  <a:lnTo>
                    <a:pt x="207722" y="511085"/>
                  </a:lnTo>
                  <a:cubicBezTo>
                    <a:pt x="224429" y="494378"/>
                    <a:pt x="232783" y="486025"/>
                    <a:pt x="235913" y="476392"/>
                  </a:cubicBezTo>
                  <a:cubicBezTo>
                    <a:pt x="238666" y="467919"/>
                    <a:pt x="238666" y="458792"/>
                    <a:pt x="235913" y="450319"/>
                  </a:cubicBezTo>
                  <a:cubicBezTo>
                    <a:pt x="232783" y="440686"/>
                    <a:pt x="224429" y="432333"/>
                    <a:pt x="207722" y="415626"/>
                  </a:cubicBezTo>
                  <a:lnTo>
                    <a:pt x="175903" y="383806"/>
                  </a:lnTo>
                  <a:cubicBezTo>
                    <a:pt x="159196" y="367099"/>
                    <a:pt x="150842" y="358746"/>
                    <a:pt x="141209" y="355616"/>
                  </a:cubicBezTo>
                  <a:cubicBezTo>
                    <a:pt x="132736" y="352863"/>
                    <a:pt x="123609" y="352863"/>
                    <a:pt x="115136" y="355616"/>
                  </a:cubicBezTo>
                  <a:cubicBezTo>
                    <a:pt x="105503" y="358746"/>
                    <a:pt x="97150" y="367099"/>
                    <a:pt x="80443" y="383806"/>
                  </a:cubicBezTo>
                  <a:lnTo>
                    <a:pt x="48623" y="415626"/>
                  </a:lnTo>
                  <a:cubicBezTo>
                    <a:pt x="31916" y="432333"/>
                    <a:pt x="23563" y="440686"/>
                    <a:pt x="20433" y="450319"/>
                  </a:cubicBezTo>
                  <a:cubicBezTo>
                    <a:pt x="17680" y="458792"/>
                    <a:pt x="17680" y="467919"/>
                    <a:pt x="20433" y="476392"/>
                  </a:cubicBezTo>
                </a:path>
              </a:pathLst>
            </a:custGeom>
            <a:solidFill>
              <a:srgbClr val="999999">
                <a:alpha val="30000"/>
              </a:srgbClr>
            </a:solidFill>
          </p:spPr>
        </p:sp>
        <p:sp>
          <p:nvSpPr>
            <p:cNvPr id="190" name="shape190"/>
            <p:cNvSpPr/>
            <p:nvPr/>
          </p:nvSpPr>
          <p:spPr>
            <a:xfrm>
              <a:off x="2503974" y="809843"/>
              <a:ext cx="192000" cy="192000"/>
            </a:xfrm>
            <a:custGeom>
              <a:avLst/>
              <a:gdLst/>
              <a:ahLst/>
              <a:cxnLst/>
              <a:rect l="0" t="0" r="0" b="0"/>
              <a:pathLst>
                <a:path w="192000" h="192000">
                  <a:moveTo>
                    <a:pt x="85406" y="472474"/>
                  </a:moveTo>
                  <a:lnTo>
                    <a:pt x="118879" y="505946"/>
                  </a:lnTo>
                  <a:lnTo>
                    <a:pt x="118879" y="495683"/>
                  </a:lnTo>
                  <a:cubicBezTo>
                    <a:pt x="118879" y="490628"/>
                    <a:pt x="122977" y="486530"/>
                    <a:pt x="128032" y="486530"/>
                  </a:cubicBezTo>
                  <a:cubicBezTo>
                    <a:pt x="133087" y="486530"/>
                    <a:pt x="137185" y="490628"/>
                    <a:pt x="137185" y="495683"/>
                  </a:cubicBezTo>
                  <a:lnTo>
                    <a:pt x="137185" y="516995"/>
                  </a:lnTo>
                  <a:cubicBezTo>
                    <a:pt x="137185" y="529227"/>
                    <a:pt x="122396" y="535353"/>
                    <a:pt x="113747" y="526703"/>
                  </a:cubicBezTo>
                  <a:lnTo>
                    <a:pt x="64649" y="477607"/>
                  </a:lnTo>
                  <a:cubicBezTo>
                    <a:pt x="56000" y="468957"/>
                    <a:pt x="62126" y="454168"/>
                    <a:pt x="74357" y="454168"/>
                  </a:cubicBezTo>
                  <a:lnTo>
                    <a:pt x="170657" y="454168"/>
                  </a:lnTo>
                  <a:lnTo>
                    <a:pt x="137185" y="420696"/>
                  </a:lnTo>
                  <a:lnTo>
                    <a:pt x="137185" y="430960"/>
                  </a:lnTo>
                  <a:cubicBezTo>
                    <a:pt x="137185" y="436015"/>
                    <a:pt x="133087" y="440113"/>
                    <a:pt x="128032" y="440113"/>
                  </a:cubicBezTo>
                  <a:cubicBezTo>
                    <a:pt x="122977" y="440113"/>
                    <a:pt x="118879" y="436015"/>
                    <a:pt x="118879" y="430960"/>
                  </a:cubicBezTo>
                  <a:lnTo>
                    <a:pt x="118879" y="409648"/>
                  </a:lnTo>
                  <a:cubicBezTo>
                    <a:pt x="118879" y="397415"/>
                    <a:pt x="133667" y="391289"/>
                    <a:pt x="142316" y="399939"/>
                  </a:cubicBezTo>
                  <a:lnTo>
                    <a:pt x="191414" y="449036"/>
                  </a:lnTo>
                  <a:cubicBezTo>
                    <a:pt x="200063" y="457685"/>
                    <a:pt x="193937" y="472474"/>
                    <a:pt x="181706" y="472474"/>
                  </a:cubicBezTo>
                  <a:lnTo>
                    <a:pt x="85406" y="472474"/>
                  </a:lnTo>
                </a:path>
              </a:pathLst>
            </a:custGeom>
            <a:solidFill>
              <a:srgbClr val="999999">
                <a:alpha val="30000"/>
              </a:srgbClr>
            </a:solidFill>
          </p:spPr>
        </p:sp>
        <p:sp>
          <p:nvSpPr>
            <p:cNvPr id="192" name="shape192"/>
            <p:cNvSpPr/>
            <p:nvPr/>
          </p:nvSpPr>
          <p:spPr>
            <a:xfrm>
              <a:off x="5263974" y="809843"/>
              <a:ext cx="192000" cy="192000"/>
            </a:xfrm>
            <a:custGeom>
              <a:avLst/>
              <a:gdLst/>
              <a:ahLst/>
              <a:cxnLst/>
              <a:rect l="0" t="0" r="0" b="0"/>
              <a:pathLst>
                <a:path w="192000" h="192000">
                  <a:moveTo>
                    <a:pt x="83426" y="386789"/>
                  </a:moveTo>
                  <a:lnTo>
                    <a:pt x="51606" y="418609"/>
                  </a:lnTo>
                  <a:cubicBezTo>
                    <a:pt x="43204" y="427012"/>
                    <a:pt x="37083" y="433137"/>
                    <a:pt x="32653" y="438356"/>
                  </a:cubicBezTo>
                  <a:cubicBezTo>
                    <a:pt x="28254" y="443537"/>
                    <a:pt x="25770" y="447547"/>
                    <a:pt x="24445" y="451623"/>
                  </a:cubicBezTo>
                  <a:cubicBezTo>
                    <a:pt x="21968" y="459248"/>
                    <a:pt x="21968" y="467463"/>
                    <a:pt x="24445" y="475089"/>
                  </a:cubicBezTo>
                  <a:cubicBezTo>
                    <a:pt x="25770" y="479164"/>
                    <a:pt x="28254" y="483175"/>
                    <a:pt x="32653" y="488356"/>
                  </a:cubicBezTo>
                  <a:cubicBezTo>
                    <a:pt x="37083" y="493574"/>
                    <a:pt x="43204" y="499700"/>
                    <a:pt x="51606" y="508102"/>
                  </a:cubicBezTo>
                  <a:lnTo>
                    <a:pt x="83426" y="539922"/>
                  </a:lnTo>
                  <a:cubicBezTo>
                    <a:pt x="91829" y="548325"/>
                    <a:pt x="97954" y="554445"/>
                    <a:pt x="103173" y="558875"/>
                  </a:cubicBezTo>
                  <a:cubicBezTo>
                    <a:pt x="108354" y="563274"/>
                    <a:pt x="112364" y="565759"/>
                    <a:pt x="116440" y="567083"/>
                  </a:cubicBezTo>
                  <a:cubicBezTo>
                    <a:pt x="124066" y="569561"/>
                    <a:pt x="132280" y="569561"/>
                    <a:pt x="139906" y="567083"/>
                  </a:cubicBezTo>
                  <a:cubicBezTo>
                    <a:pt x="143981" y="565759"/>
                    <a:pt x="147992" y="563274"/>
                    <a:pt x="153173" y="558875"/>
                  </a:cubicBezTo>
                  <a:cubicBezTo>
                    <a:pt x="158392" y="554445"/>
                    <a:pt x="164516" y="548325"/>
                    <a:pt x="172919" y="539922"/>
                  </a:cubicBezTo>
                  <a:lnTo>
                    <a:pt x="204739" y="508102"/>
                  </a:lnTo>
                  <a:cubicBezTo>
                    <a:pt x="213142" y="499700"/>
                    <a:pt x="219262" y="493574"/>
                    <a:pt x="223693" y="488356"/>
                  </a:cubicBezTo>
                  <a:cubicBezTo>
                    <a:pt x="228091" y="483175"/>
                    <a:pt x="230576" y="479164"/>
                    <a:pt x="231900" y="475088"/>
                  </a:cubicBezTo>
                  <a:cubicBezTo>
                    <a:pt x="234378" y="467463"/>
                    <a:pt x="234378" y="459248"/>
                    <a:pt x="231900" y="451623"/>
                  </a:cubicBezTo>
                  <a:cubicBezTo>
                    <a:pt x="230576" y="447547"/>
                    <a:pt x="228091" y="443537"/>
                    <a:pt x="223693" y="438356"/>
                  </a:cubicBezTo>
                  <a:cubicBezTo>
                    <a:pt x="219262" y="433137"/>
                    <a:pt x="213142" y="427012"/>
                    <a:pt x="204739" y="418609"/>
                  </a:cubicBezTo>
                  <a:lnTo>
                    <a:pt x="172919" y="386789"/>
                  </a:lnTo>
                  <a:cubicBezTo>
                    <a:pt x="164516" y="378386"/>
                    <a:pt x="158392" y="372266"/>
                    <a:pt x="153173" y="367836"/>
                  </a:cubicBezTo>
                  <a:cubicBezTo>
                    <a:pt x="147992" y="363437"/>
                    <a:pt x="143981" y="360952"/>
                    <a:pt x="139906" y="359628"/>
                  </a:cubicBezTo>
                  <a:cubicBezTo>
                    <a:pt x="132280" y="357151"/>
                    <a:pt x="124066" y="357151"/>
                    <a:pt x="116440" y="359628"/>
                  </a:cubicBezTo>
                  <a:cubicBezTo>
                    <a:pt x="112364" y="360952"/>
                    <a:pt x="108354" y="363437"/>
                    <a:pt x="103173" y="367836"/>
                  </a:cubicBezTo>
                  <a:cubicBezTo>
                    <a:pt x="97954" y="372266"/>
                    <a:pt x="91829" y="378386"/>
                    <a:pt x="83426" y="386789"/>
                  </a:cubicBezTo>
                  <a:moveTo>
                    <a:pt x="20433" y="476392"/>
                  </a:moveTo>
                  <a:cubicBezTo>
                    <a:pt x="23563" y="486025"/>
                    <a:pt x="31916" y="494378"/>
                    <a:pt x="48623" y="511085"/>
                  </a:cubicBezTo>
                  <a:lnTo>
                    <a:pt x="80443" y="542905"/>
                  </a:lnTo>
                  <a:cubicBezTo>
                    <a:pt x="97150" y="559612"/>
                    <a:pt x="105503" y="567965"/>
                    <a:pt x="115136" y="571096"/>
                  </a:cubicBezTo>
                  <a:cubicBezTo>
                    <a:pt x="123609" y="573848"/>
                    <a:pt x="132736" y="573848"/>
                    <a:pt x="141209" y="571096"/>
                  </a:cubicBezTo>
                  <a:cubicBezTo>
                    <a:pt x="150842" y="567965"/>
                    <a:pt x="159196" y="559612"/>
                    <a:pt x="175903" y="542905"/>
                  </a:cubicBezTo>
                  <a:lnTo>
                    <a:pt x="207722" y="511085"/>
                  </a:lnTo>
                  <a:cubicBezTo>
                    <a:pt x="224429" y="494378"/>
                    <a:pt x="232783" y="486025"/>
                    <a:pt x="235913" y="476392"/>
                  </a:cubicBezTo>
                  <a:cubicBezTo>
                    <a:pt x="238666" y="467919"/>
                    <a:pt x="238666" y="458792"/>
                    <a:pt x="235913" y="450319"/>
                  </a:cubicBezTo>
                  <a:cubicBezTo>
                    <a:pt x="232783" y="440686"/>
                    <a:pt x="224429" y="432333"/>
                    <a:pt x="207722" y="415626"/>
                  </a:cubicBezTo>
                  <a:lnTo>
                    <a:pt x="175903" y="383806"/>
                  </a:lnTo>
                  <a:cubicBezTo>
                    <a:pt x="159196" y="367099"/>
                    <a:pt x="150842" y="358746"/>
                    <a:pt x="141209" y="355616"/>
                  </a:cubicBezTo>
                  <a:cubicBezTo>
                    <a:pt x="132736" y="352863"/>
                    <a:pt x="123609" y="352863"/>
                    <a:pt x="115136" y="355616"/>
                  </a:cubicBezTo>
                  <a:cubicBezTo>
                    <a:pt x="105503" y="358746"/>
                    <a:pt x="97150" y="367099"/>
                    <a:pt x="80443" y="383806"/>
                  </a:cubicBezTo>
                  <a:lnTo>
                    <a:pt x="48623" y="415626"/>
                  </a:lnTo>
                  <a:cubicBezTo>
                    <a:pt x="31916" y="432333"/>
                    <a:pt x="23563" y="440686"/>
                    <a:pt x="20433" y="450319"/>
                  </a:cubicBezTo>
                  <a:cubicBezTo>
                    <a:pt x="17680" y="458792"/>
                    <a:pt x="17680" y="467919"/>
                    <a:pt x="20433" y="476392"/>
                  </a:cubicBezTo>
                </a:path>
              </a:pathLst>
            </a:custGeom>
            <a:solidFill>
              <a:srgbClr val="999999">
                <a:alpha val="30000"/>
              </a:srgbClr>
            </a:solidFill>
          </p:spPr>
        </p:sp>
        <p:sp>
          <p:nvSpPr>
            <p:cNvPr id="193" name="shape193"/>
            <p:cNvSpPr/>
            <p:nvPr/>
          </p:nvSpPr>
          <p:spPr>
            <a:xfrm>
              <a:off x="5263974" y="809843"/>
              <a:ext cx="192000" cy="192000"/>
            </a:xfrm>
            <a:custGeom>
              <a:avLst/>
              <a:gdLst/>
              <a:ahLst/>
              <a:cxnLst/>
              <a:rect l="0" t="0" r="0" b="0"/>
              <a:pathLst>
                <a:path w="192000" h="192000">
                  <a:moveTo>
                    <a:pt x="85406" y="472474"/>
                  </a:moveTo>
                  <a:lnTo>
                    <a:pt x="118879" y="505946"/>
                  </a:lnTo>
                  <a:lnTo>
                    <a:pt x="118879" y="495683"/>
                  </a:lnTo>
                  <a:cubicBezTo>
                    <a:pt x="118879" y="490628"/>
                    <a:pt x="122977" y="486530"/>
                    <a:pt x="128032" y="486530"/>
                  </a:cubicBezTo>
                  <a:cubicBezTo>
                    <a:pt x="133087" y="486530"/>
                    <a:pt x="137185" y="490628"/>
                    <a:pt x="137185" y="495683"/>
                  </a:cubicBezTo>
                  <a:lnTo>
                    <a:pt x="137185" y="516995"/>
                  </a:lnTo>
                  <a:cubicBezTo>
                    <a:pt x="137185" y="529227"/>
                    <a:pt x="122396" y="535353"/>
                    <a:pt x="113747" y="526703"/>
                  </a:cubicBezTo>
                  <a:lnTo>
                    <a:pt x="64649" y="477607"/>
                  </a:lnTo>
                  <a:cubicBezTo>
                    <a:pt x="56000" y="468957"/>
                    <a:pt x="62126" y="454168"/>
                    <a:pt x="74357" y="454168"/>
                  </a:cubicBezTo>
                  <a:lnTo>
                    <a:pt x="170657" y="454168"/>
                  </a:lnTo>
                  <a:lnTo>
                    <a:pt x="137185" y="420696"/>
                  </a:lnTo>
                  <a:lnTo>
                    <a:pt x="137185" y="430960"/>
                  </a:lnTo>
                  <a:cubicBezTo>
                    <a:pt x="137185" y="436015"/>
                    <a:pt x="133087" y="440113"/>
                    <a:pt x="128032" y="440113"/>
                  </a:cubicBezTo>
                  <a:cubicBezTo>
                    <a:pt x="122977" y="440113"/>
                    <a:pt x="118879" y="436015"/>
                    <a:pt x="118879" y="430960"/>
                  </a:cubicBezTo>
                  <a:lnTo>
                    <a:pt x="118879" y="409648"/>
                  </a:lnTo>
                  <a:cubicBezTo>
                    <a:pt x="118879" y="397415"/>
                    <a:pt x="133667" y="391289"/>
                    <a:pt x="142316" y="399939"/>
                  </a:cubicBezTo>
                  <a:lnTo>
                    <a:pt x="191414" y="449036"/>
                  </a:lnTo>
                  <a:cubicBezTo>
                    <a:pt x="200063" y="457685"/>
                    <a:pt x="193937" y="472474"/>
                    <a:pt x="181706" y="472474"/>
                  </a:cubicBezTo>
                  <a:lnTo>
                    <a:pt x="85406" y="472474"/>
                  </a:lnTo>
                </a:path>
              </a:pathLst>
            </a:custGeom>
            <a:solidFill>
              <a:srgbClr val="999999">
                <a:alpha val="30000"/>
              </a:srgbClr>
            </a:solidFill>
          </p:spPr>
        </p:sp>
        <p:sp>
          <p:nvSpPr>
            <p:cNvPr id="194" name="shape194"/>
            <p:cNvSpPr/>
            <p:nvPr/>
          </p:nvSpPr>
          <p:spPr>
            <a:xfrm>
              <a:off x="5263974" y="809843"/>
              <a:ext cx="2760000" cy="2760000"/>
            </a:xfrm>
            <a:custGeom>
              <a:avLst/>
              <a:gdLst/>
              <a:ahLst/>
              <a:cxnLst/>
              <a:rect l="0" t="0" r="0" b="0"/>
              <a:pathLst>
                <a:path w="2760000" h="2760000">
                  <a:moveTo>
                    <a:pt x="174745" y="308150"/>
                  </a:moveTo>
                  <a:cubicBezTo>
                    <a:pt x="179624" y="318332"/>
                    <a:pt x="182488" y="330530"/>
                    <a:pt x="182488" y="340076"/>
                  </a:cubicBezTo>
                  <a:cubicBezTo>
                    <a:pt x="185140" y="340500"/>
                    <a:pt x="190284" y="342250"/>
                    <a:pt x="192405" y="343205"/>
                  </a:cubicBezTo>
                  <a:cubicBezTo>
                    <a:pt x="192299" y="340659"/>
                    <a:pt x="192034" y="337954"/>
                    <a:pt x="191716" y="335197"/>
                  </a:cubicBezTo>
                  <a:lnTo>
                    <a:pt x="218975" y="362456"/>
                  </a:lnTo>
                  <a:lnTo>
                    <a:pt x="225127" y="356304"/>
                  </a:lnTo>
                  <a:lnTo>
                    <a:pt x="188269" y="319446"/>
                  </a:lnTo>
                  <a:cubicBezTo>
                    <a:pt x="186677" y="314143"/>
                    <a:pt x="184715" y="308892"/>
                    <a:pt x="182488" y="304013"/>
                  </a:cubicBezTo>
                  <a:lnTo>
                    <a:pt x="174745" y="308150"/>
                  </a:lnTo>
                  <a:moveTo>
                    <a:pt x="233400" y="332863"/>
                  </a:moveTo>
                  <a:cubicBezTo>
                    <a:pt x="230377" y="335886"/>
                    <a:pt x="227831" y="336841"/>
                    <a:pt x="225869" y="334879"/>
                  </a:cubicBezTo>
                  <a:cubicBezTo>
                    <a:pt x="223217" y="332227"/>
                    <a:pt x="220778" y="327029"/>
                    <a:pt x="217437" y="279883"/>
                  </a:cubicBezTo>
                  <a:cubicBezTo>
                    <a:pt x="217437" y="279247"/>
                    <a:pt x="217384" y="278557"/>
                    <a:pt x="217225" y="278080"/>
                  </a:cubicBezTo>
                  <a:lnTo>
                    <a:pt x="211126" y="279936"/>
                  </a:lnTo>
                  <a:lnTo>
                    <a:pt x="209906" y="281580"/>
                  </a:lnTo>
                  <a:lnTo>
                    <a:pt x="186412" y="305074"/>
                  </a:lnTo>
                  <a:lnTo>
                    <a:pt x="192352" y="311014"/>
                  </a:lnTo>
                  <a:lnTo>
                    <a:pt x="209747" y="293619"/>
                  </a:lnTo>
                  <a:cubicBezTo>
                    <a:pt x="213565" y="333181"/>
                    <a:pt x="216482" y="338113"/>
                    <a:pt x="220247" y="341879"/>
                  </a:cubicBezTo>
                  <a:cubicBezTo>
                    <a:pt x="225179" y="346811"/>
                    <a:pt x="231809" y="346652"/>
                    <a:pt x="239711" y="338750"/>
                  </a:cubicBezTo>
                  <a:lnTo>
                    <a:pt x="250264" y="328196"/>
                  </a:lnTo>
                  <a:cubicBezTo>
                    <a:pt x="256894" y="321567"/>
                    <a:pt x="256946" y="316847"/>
                    <a:pt x="246128" y="304544"/>
                  </a:cubicBezTo>
                  <a:cubicBezTo>
                    <a:pt x="244112" y="306028"/>
                    <a:pt x="241090" y="307354"/>
                    <a:pt x="238544" y="308097"/>
                  </a:cubicBezTo>
                  <a:cubicBezTo>
                    <a:pt x="246658" y="316847"/>
                    <a:pt x="247241" y="319022"/>
                    <a:pt x="244643" y="321620"/>
                  </a:cubicBezTo>
                  <a:lnTo>
                    <a:pt x="233400" y="332863"/>
                  </a:lnTo>
                  <a:moveTo>
                    <a:pt x="292478" y="274208"/>
                  </a:moveTo>
                  <a:lnTo>
                    <a:pt x="290887" y="267421"/>
                  </a:lnTo>
                  <a:cubicBezTo>
                    <a:pt x="283622" y="270974"/>
                    <a:pt x="272750" y="278027"/>
                    <a:pt x="264848" y="284444"/>
                  </a:cubicBezTo>
                  <a:lnTo>
                    <a:pt x="266068" y="291391"/>
                  </a:lnTo>
                  <a:cubicBezTo>
                    <a:pt x="273864" y="285187"/>
                    <a:pt x="284365" y="278504"/>
                    <a:pt x="291577" y="275110"/>
                  </a:cubicBezTo>
                  <a:lnTo>
                    <a:pt x="266492" y="300195"/>
                  </a:lnTo>
                  <a:lnTo>
                    <a:pt x="250795" y="284497"/>
                  </a:lnTo>
                  <a:cubicBezTo>
                    <a:pt x="252969" y="284869"/>
                    <a:pt x="255727" y="285717"/>
                    <a:pt x="257371" y="286513"/>
                  </a:cubicBezTo>
                  <a:cubicBezTo>
                    <a:pt x="259545" y="282959"/>
                    <a:pt x="261613" y="279088"/>
                    <a:pt x="263363" y="275110"/>
                  </a:cubicBezTo>
                  <a:lnTo>
                    <a:pt x="264106" y="279777"/>
                  </a:lnTo>
                  <a:cubicBezTo>
                    <a:pt x="269515" y="276277"/>
                    <a:pt x="277046" y="272564"/>
                    <a:pt x="281607" y="270868"/>
                  </a:cubicBezTo>
                  <a:lnTo>
                    <a:pt x="280281" y="264451"/>
                  </a:lnTo>
                  <a:cubicBezTo>
                    <a:pt x="275985" y="266095"/>
                    <a:pt x="269462" y="269542"/>
                    <a:pt x="264371" y="272830"/>
                  </a:cubicBezTo>
                  <a:cubicBezTo>
                    <a:pt x="265166" y="270761"/>
                    <a:pt x="265962" y="268693"/>
                    <a:pt x="266599" y="266572"/>
                  </a:cubicBezTo>
                  <a:cubicBezTo>
                    <a:pt x="272803" y="264610"/>
                    <a:pt x="278902" y="261693"/>
                    <a:pt x="284470" y="258034"/>
                  </a:cubicBezTo>
                  <a:cubicBezTo>
                    <a:pt x="283940" y="256337"/>
                    <a:pt x="283410" y="253473"/>
                    <a:pt x="283251" y="251192"/>
                  </a:cubicBezTo>
                  <a:lnTo>
                    <a:pt x="299373" y="267314"/>
                  </a:lnTo>
                  <a:lnTo>
                    <a:pt x="292478" y="274208"/>
                  </a:lnTo>
                  <a:moveTo>
                    <a:pt x="243529" y="254321"/>
                  </a:moveTo>
                  <a:cubicBezTo>
                    <a:pt x="244855" y="260845"/>
                    <a:pt x="244271" y="268852"/>
                    <a:pt x="242416" y="275588"/>
                  </a:cubicBezTo>
                  <a:cubicBezTo>
                    <a:pt x="244430" y="275269"/>
                    <a:pt x="248302" y="275110"/>
                    <a:pt x="250264" y="275163"/>
                  </a:cubicBezTo>
                  <a:cubicBezTo>
                    <a:pt x="250636" y="273413"/>
                    <a:pt x="250954" y="271504"/>
                    <a:pt x="251113" y="269542"/>
                  </a:cubicBezTo>
                  <a:cubicBezTo>
                    <a:pt x="253287" y="269489"/>
                    <a:pt x="255568" y="269224"/>
                    <a:pt x="257954" y="268852"/>
                  </a:cubicBezTo>
                  <a:cubicBezTo>
                    <a:pt x="255779" y="273890"/>
                    <a:pt x="252916" y="278981"/>
                    <a:pt x="249840" y="283543"/>
                  </a:cubicBezTo>
                  <a:lnTo>
                    <a:pt x="232074" y="265777"/>
                  </a:lnTo>
                  <a:lnTo>
                    <a:pt x="243529" y="254321"/>
                  </a:lnTo>
                  <a:moveTo>
                    <a:pt x="262621" y="252624"/>
                  </a:moveTo>
                  <a:cubicBezTo>
                    <a:pt x="262303" y="255382"/>
                    <a:pt x="261772" y="258246"/>
                    <a:pt x="260712" y="261215"/>
                  </a:cubicBezTo>
                  <a:cubicBezTo>
                    <a:pt x="257848" y="262170"/>
                    <a:pt x="255037" y="262648"/>
                    <a:pt x="252439" y="262807"/>
                  </a:cubicBezTo>
                  <a:lnTo>
                    <a:pt x="262621" y="252624"/>
                  </a:lnTo>
                  <a:moveTo>
                    <a:pt x="282455" y="250397"/>
                  </a:moveTo>
                  <a:cubicBezTo>
                    <a:pt x="278107" y="253367"/>
                    <a:pt x="273440" y="256124"/>
                    <a:pt x="268826" y="258193"/>
                  </a:cubicBezTo>
                  <a:cubicBezTo>
                    <a:pt x="269939" y="252094"/>
                    <a:pt x="270205" y="246101"/>
                    <a:pt x="269038" y="240692"/>
                  </a:cubicBezTo>
                  <a:lnTo>
                    <a:pt x="263363" y="242124"/>
                  </a:lnTo>
                  <a:lnTo>
                    <a:pt x="262674" y="243238"/>
                  </a:lnTo>
                  <a:lnTo>
                    <a:pt x="251113" y="254798"/>
                  </a:lnTo>
                  <a:cubicBezTo>
                    <a:pt x="250954" y="253367"/>
                    <a:pt x="250688" y="251935"/>
                    <a:pt x="250423" y="250609"/>
                  </a:cubicBezTo>
                  <a:lnTo>
                    <a:pt x="244325" y="253526"/>
                  </a:lnTo>
                  <a:lnTo>
                    <a:pt x="264955" y="232896"/>
                  </a:lnTo>
                  <a:lnTo>
                    <a:pt x="282455" y="250397"/>
                  </a:lnTo>
                  <a:moveTo>
                    <a:pt x="220354" y="266147"/>
                  </a:moveTo>
                  <a:lnTo>
                    <a:pt x="267924" y="313718"/>
                  </a:lnTo>
                  <a:lnTo>
                    <a:pt x="273970" y="307673"/>
                  </a:lnTo>
                  <a:lnTo>
                    <a:pt x="272061" y="305764"/>
                  </a:lnTo>
                  <a:lnTo>
                    <a:pt x="304941" y="272883"/>
                  </a:lnTo>
                  <a:lnTo>
                    <a:pt x="306850" y="274792"/>
                  </a:lnTo>
                  <a:lnTo>
                    <a:pt x="313214" y="268428"/>
                  </a:lnTo>
                  <a:lnTo>
                    <a:pt x="265644" y="220858"/>
                  </a:lnTo>
                  <a:lnTo>
                    <a:pt x="220354" y="266147"/>
                  </a:lnTo>
                  <a:moveTo>
                    <a:pt x="303244" y="231941"/>
                  </a:moveTo>
                  <a:cubicBezTo>
                    <a:pt x="301494" y="230085"/>
                    <a:pt x="299797" y="228388"/>
                    <a:pt x="298312" y="226903"/>
                  </a:cubicBezTo>
                  <a:lnTo>
                    <a:pt x="296350" y="224941"/>
                  </a:lnTo>
                  <a:lnTo>
                    <a:pt x="300539" y="220751"/>
                  </a:lnTo>
                  <a:lnTo>
                    <a:pt x="307487" y="227699"/>
                  </a:lnTo>
                  <a:lnTo>
                    <a:pt x="303244" y="231941"/>
                  </a:lnTo>
                  <a:moveTo>
                    <a:pt x="287864" y="208076"/>
                  </a:moveTo>
                  <a:lnTo>
                    <a:pt x="295448" y="215660"/>
                  </a:lnTo>
                  <a:lnTo>
                    <a:pt x="291259" y="219850"/>
                  </a:lnTo>
                  <a:lnTo>
                    <a:pt x="283675" y="212266"/>
                  </a:lnTo>
                  <a:lnTo>
                    <a:pt x="287864" y="208076"/>
                  </a:lnTo>
                  <a:moveTo>
                    <a:pt x="288236" y="197947"/>
                  </a:moveTo>
                  <a:lnTo>
                    <a:pt x="273334" y="212849"/>
                  </a:lnTo>
                  <a:lnTo>
                    <a:pt x="292903" y="232418"/>
                  </a:lnTo>
                  <a:cubicBezTo>
                    <a:pt x="300380" y="239896"/>
                    <a:pt x="310403" y="250344"/>
                    <a:pt x="314699" y="260155"/>
                  </a:cubicBezTo>
                  <a:cubicBezTo>
                    <a:pt x="316396" y="259519"/>
                    <a:pt x="320798" y="259041"/>
                    <a:pt x="322760" y="259201"/>
                  </a:cubicBezTo>
                  <a:cubicBezTo>
                    <a:pt x="319949" y="252147"/>
                    <a:pt x="314116" y="244298"/>
                    <a:pt x="308229" y="237457"/>
                  </a:cubicBezTo>
                  <a:lnTo>
                    <a:pt x="312737" y="232949"/>
                  </a:lnTo>
                  <a:lnTo>
                    <a:pt x="323980" y="244192"/>
                  </a:lnTo>
                  <a:cubicBezTo>
                    <a:pt x="324616" y="244828"/>
                    <a:pt x="324616" y="245147"/>
                    <a:pt x="324086" y="245783"/>
                  </a:cubicBezTo>
                  <a:cubicBezTo>
                    <a:pt x="323503" y="246367"/>
                    <a:pt x="321965" y="247904"/>
                    <a:pt x="320268" y="249389"/>
                  </a:cubicBezTo>
                  <a:cubicBezTo>
                    <a:pt x="322442" y="250185"/>
                    <a:pt x="325677" y="251935"/>
                    <a:pt x="327321" y="253261"/>
                  </a:cubicBezTo>
                  <a:cubicBezTo>
                    <a:pt x="330132" y="250450"/>
                    <a:pt x="331988" y="248381"/>
                    <a:pt x="332465" y="245889"/>
                  </a:cubicBezTo>
                  <a:cubicBezTo>
                    <a:pt x="333049" y="243503"/>
                    <a:pt x="331829" y="241540"/>
                    <a:pt x="329284" y="238995"/>
                  </a:cubicBezTo>
                  <a:lnTo>
                    <a:pt x="288236" y="197947"/>
                  </a:lnTo>
                  <a:moveTo>
                    <a:pt x="336019" y="229396"/>
                  </a:moveTo>
                  <a:lnTo>
                    <a:pt x="331193" y="224570"/>
                  </a:lnTo>
                  <a:cubicBezTo>
                    <a:pt x="333420" y="224570"/>
                    <a:pt x="336178" y="224676"/>
                    <a:pt x="337556" y="224994"/>
                  </a:cubicBezTo>
                  <a:cubicBezTo>
                    <a:pt x="337504" y="220804"/>
                    <a:pt x="336761" y="216244"/>
                    <a:pt x="335541" y="211630"/>
                  </a:cubicBezTo>
                  <a:cubicBezTo>
                    <a:pt x="339413" y="212319"/>
                    <a:pt x="342966" y="213115"/>
                    <a:pt x="345617" y="214069"/>
                  </a:cubicBezTo>
                  <a:lnTo>
                    <a:pt x="346360" y="207175"/>
                  </a:lnTo>
                  <a:lnTo>
                    <a:pt x="352300" y="213115"/>
                  </a:lnTo>
                  <a:lnTo>
                    <a:pt x="336019" y="229396"/>
                  </a:lnTo>
                  <a:moveTo>
                    <a:pt x="315707" y="209084"/>
                  </a:moveTo>
                  <a:cubicBezTo>
                    <a:pt x="319472" y="209350"/>
                    <a:pt x="323503" y="209774"/>
                    <a:pt x="327427" y="210304"/>
                  </a:cubicBezTo>
                  <a:cubicBezTo>
                    <a:pt x="328700" y="214652"/>
                    <a:pt x="329495" y="218948"/>
                    <a:pt x="329549" y="222926"/>
                  </a:cubicBezTo>
                  <a:lnTo>
                    <a:pt x="315707" y="209084"/>
                  </a:lnTo>
                  <a:moveTo>
                    <a:pt x="344716" y="205531"/>
                  </a:moveTo>
                  <a:cubicBezTo>
                    <a:pt x="341428" y="204682"/>
                    <a:pt x="337345" y="203993"/>
                    <a:pt x="332996" y="203462"/>
                  </a:cubicBezTo>
                  <a:cubicBezTo>
                    <a:pt x="330928" y="197894"/>
                    <a:pt x="328223" y="192326"/>
                    <a:pt x="325200" y="186970"/>
                  </a:cubicBezTo>
                  <a:lnTo>
                    <a:pt x="318783" y="190947"/>
                  </a:lnTo>
                  <a:cubicBezTo>
                    <a:pt x="321063" y="194712"/>
                    <a:pt x="323026" y="198584"/>
                    <a:pt x="324722" y="202508"/>
                  </a:cubicBezTo>
                  <a:cubicBezTo>
                    <a:pt x="321382" y="202243"/>
                    <a:pt x="318146" y="202084"/>
                    <a:pt x="315176" y="201978"/>
                  </a:cubicBezTo>
                  <a:lnTo>
                    <a:pt x="314381" y="207758"/>
                  </a:lnTo>
                  <a:lnTo>
                    <a:pt x="311040" y="204417"/>
                  </a:lnTo>
                  <a:lnTo>
                    <a:pt x="305206" y="210251"/>
                  </a:lnTo>
                  <a:lnTo>
                    <a:pt x="336019" y="241063"/>
                  </a:lnTo>
                  <a:lnTo>
                    <a:pt x="358133" y="218948"/>
                  </a:lnTo>
                  <a:lnTo>
                    <a:pt x="360308" y="221123"/>
                  </a:lnTo>
                  <a:lnTo>
                    <a:pt x="366088" y="215342"/>
                  </a:lnTo>
                  <a:lnTo>
                    <a:pt x="333049" y="182302"/>
                  </a:lnTo>
                  <a:lnTo>
                    <a:pt x="327268" y="188083"/>
                  </a:lnTo>
                  <a:lnTo>
                    <a:pt x="344716" y="205531"/>
                  </a:lnTo>
                  <a:moveTo>
                    <a:pt x="313904" y="183204"/>
                  </a:moveTo>
                  <a:cubicBezTo>
                    <a:pt x="310828" y="182038"/>
                    <a:pt x="305949" y="180764"/>
                    <a:pt x="302290" y="179863"/>
                  </a:cubicBezTo>
                  <a:lnTo>
                    <a:pt x="298577" y="187394"/>
                  </a:lnTo>
                  <a:cubicBezTo>
                    <a:pt x="301176" y="188189"/>
                    <a:pt x="304305" y="189091"/>
                    <a:pt x="307010" y="190099"/>
                  </a:cubicBezTo>
                  <a:lnTo>
                    <a:pt x="295024" y="202084"/>
                  </a:lnTo>
                  <a:lnTo>
                    <a:pt x="300911" y="207970"/>
                  </a:lnTo>
                  <a:lnTo>
                    <a:pt x="331087" y="177794"/>
                  </a:lnTo>
                  <a:lnTo>
                    <a:pt x="325200" y="171908"/>
                  </a:lnTo>
                  <a:lnTo>
                    <a:pt x="313904" y="183204"/>
                  </a:lnTo>
                  <a:moveTo>
                    <a:pt x="398545" y="168143"/>
                  </a:moveTo>
                  <a:lnTo>
                    <a:pt x="396953" y="161354"/>
                  </a:lnTo>
                  <a:cubicBezTo>
                    <a:pt x="389688" y="164908"/>
                    <a:pt x="378816" y="171961"/>
                    <a:pt x="370914" y="178378"/>
                  </a:cubicBezTo>
                  <a:lnTo>
                    <a:pt x="372134" y="185326"/>
                  </a:lnTo>
                  <a:cubicBezTo>
                    <a:pt x="379930" y="179120"/>
                    <a:pt x="390430" y="172438"/>
                    <a:pt x="397643" y="169044"/>
                  </a:cubicBezTo>
                  <a:lnTo>
                    <a:pt x="372559" y="194129"/>
                  </a:lnTo>
                  <a:lnTo>
                    <a:pt x="356861" y="178431"/>
                  </a:lnTo>
                  <a:cubicBezTo>
                    <a:pt x="359035" y="178802"/>
                    <a:pt x="361793" y="179651"/>
                    <a:pt x="363437" y="180446"/>
                  </a:cubicBezTo>
                  <a:cubicBezTo>
                    <a:pt x="365611" y="176893"/>
                    <a:pt x="367679" y="173022"/>
                    <a:pt x="369430" y="169044"/>
                  </a:cubicBezTo>
                  <a:lnTo>
                    <a:pt x="370172" y="173711"/>
                  </a:lnTo>
                  <a:cubicBezTo>
                    <a:pt x="375581" y="170211"/>
                    <a:pt x="383112" y="166499"/>
                    <a:pt x="387673" y="164801"/>
                  </a:cubicBezTo>
                  <a:lnTo>
                    <a:pt x="386347" y="158384"/>
                  </a:lnTo>
                  <a:cubicBezTo>
                    <a:pt x="382051" y="160028"/>
                    <a:pt x="375528" y="163476"/>
                    <a:pt x="370437" y="166764"/>
                  </a:cubicBezTo>
                  <a:cubicBezTo>
                    <a:pt x="371233" y="164696"/>
                    <a:pt x="372028" y="162627"/>
                    <a:pt x="372664" y="160506"/>
                  </a:cubicBezTo>
                  <a:cubicBezTo>
                    <a:pt x="378869" y="158543"/>
                    <a:pt x="384968" y="155627"/>
                    <a:pt x="390536" y="151967"/>
                  </a:cubicBezTo>
                  <a:cubicBezTo>
                    <a:pt x="390006" y="150271"/>
                    <a:pt x="389476" y="147407"/>
                    <a:pt x="389317" y="145126"/>
                  </a:cubicBezTo>
                  <a:lnTo>
                    <a:pt x="405439" y="161248"/>
                  </a:lnTo>
                  <a:lnTo>
                    <a:pt x="398545" y="168143"/>
                  </a:lnTo>
                  <a:moveTo>
                    <a:pt x="349595" y="148255"/>
                  </a:moveTo>
                  <a:cubicBezTo>
                    <a:pt x="350921" y="154778"/>
                    <a:pt x="350338" y="162787"/>
                    <a:pt x="348481" y="169522"/>
                  </a:cubicBezTo>
                  <a:cubicBezTo>
                    <a:pt x="350497" y="169204"/>
                    <a:pt x="354368" y="169044"/>
                    <a:pt x="356330" y="169097"/>
                  </a:cubicBezTo>
                  <a:cubicBezTo>
                    <a:pt x="356701" y="167347"/>
                    <a:pt x="357020" y="165438"/>
                    <a:pt x="357179" y="163476"/>
                  </a:cubicBezTo>
                  <a:cubicBezTo>
                    <a:pt x="359353" y="163423"/>
                    <a:pt x="361634" y="163157"/>
                    <a:pt x="364020" y="162787"/>
                  </a:cubicBezTo>
                  <a:cubicBezTo>
                    <a:pt x="361846" y="167824"/>
                    <a:pt x="358982" y="172916"/>
                    <a:pt x="355906" y="177476"/>
                  </a:cubicBezTo>
                  <a:lnTo>
                    <a:pt x="338140" y="159710"/>
                  </a:lnTo>
                  <a:lnTo>
                    <a:pt x="349595" y="148255"/>
                  </a:lnTo>
                  <a:moveTo>
                    <a:pt x="368687" y="146558"/>
                  </a:moveTo>
                  <a:cubicBezTo>
                    <a:pt x="368369" y="149316"/>
                    <a:pt x="367838" y="152180"/>
                    <a:pt x="366778" y="155150"/>
                  </a:cubicBezTo>
                  <a:cubicBezTo>
                    <a:pt x="363914" y="156104"/>
                    <a:pt x="361103" y="156581"/>
                    <a:pt x="358505" y="156740"/>
                  </a:cubicBezTo>
                  <a:lnTo>
                    <a:pt x="368687" y="146558"/>
                  </a:lnTo>
                  <a:moveTo>
                    <a:pt x="388521" y="144331"/>
                  </a:moveTo>
                  <a:cubicBezTo>
                    <a:pt x="384173" y="147301"/>
                    <a:pt x="379505" y="150058"/>
                    <a:pt x="374892" y="152126"/>
                  </a:cubicBezTo>
                  <a:cubicBezTo>
                    <a:pt x="376006" y="146028"/>
                    <a:pt x="376271" y="140035"/>
                    <a:pt x="375104" y="134626"/>
                  </a:cubicBezTo>
                  <a:lnTo>
                    <a:pt x="369430" y="136058"/>
                  </a:lnTo>
                  <a:lnTo>
                    <a:pt x="368740" y="137171"/>
                  </a:lnTo>
                  <a:lnTo>
                    <a:pt x="357179" y="148733"/>
                  </a:lnTo>
                  <a:cubicBezTo>
                    <a:pt x="357020" y="147301"/>
                    <a:pt x="356755" y="145869"/>
                    <a:pt x="356489" y="144543"/>
                  </a:cubicBezTo>
                  <a:lnTo>
                    <a:pt x="350390" y="147460"/>
                  </a:lnTo>
                  <a:lnTo>
                    <a:pt x="371020" y="126830"/>
                  </a:lnTo>
                  <a:lnTo>
                    <a:pt x="388521" y="144331"/>
                  </a:lnTo>
                  <a:moveTo>
                    <a:pt x="326420" y="160082"/>
                  </a:moveTo>
                  <a:lnTo>
                    <a:pt x="373990" y="207652"/>
                  </a:lnTo>
                  <a:lnTo>
                    <a:pt x="380036" y="201607"/>
                  </a:lnTo>
                  <a:lnTo>
                    <a:pt x="378127" y="199697"/>
                  </a:lnTo>
                  <a:lnTo>
                    <a:pt x="411007" y="166817"/>
                  </a:lnTo>
                  <a:lnTo>
                    <a:pt x="412916" y="168726"/>
                  </a:lnTo>
                  <a:lnTo>
                    <a:pt x="419281" y="162362"/>
                  </a:lnTo>
                  <a:lnTo>
                    <a:pt x="371710" y="114791"/>
                  </a:lnTo>
                  <a:lnTo>
                    <a:pt x="326420" y="160082"/>
                  </a:lnTo>
                  <a:moveTo>
                    <a:pt x="274765" y="424822"/>
                  </a:moveTo>
                  <a:lnTo>
                    <a:pt x="281819" y="417769"/>
                  </a:lnTo>
                  <a:lnTo>
                    <a:pt x="265432" y="401382"/>
                  </a:lnTo>
                  <a:cubicBezTo>
                    <a:pt x="261719" y="397670"/>
                    <a:pt x="255620" y="392843"/>
                    <a:pt x="251537" y="389503"/>
                  </a:cubicBezTo>
                  <a:lnTo>
                    <a:pt x="251749" y="389290"/>
                  </a:lnTo>
                  <a:lnTo>
                    <a:pt x="264106" y="395389"/>
                  </a:lnTo>
                  <a:lnTo>
                    <a:pt x="286698" y="405784"/>
                  </a:lnTo>
                  <a:lnTo>
                    <a:pt x="291206" y="401276"/>
                  </a:lnTo>
                  <a:lnTo>
                    <a:pt x="280758" y="378737"/>
                  </a:lnTo>
                  <a:lnTo>
                    <a:pt x="274712" y="366327"/>
                  </a:lnTo>
                  <a:lnTo>
                    <a:pt x="274978" y="366062"/>
                  </a:lnTo>
                  <a:cubicBezTo>
                    <a:pt x="278266" y="370198"/>
                    <a:pt x="283145" y="376244"/>
                    <a:pt x="286857" y="379957"/>
                  </a:cubicBezTo>
                  <a:lnTo>
                    <a:pt x="303244" y="396344"/>
                  </a:lnTo>
                  <a:lnTo>
                    <a:pt x="310403" y="389184"/>
                  </a:lnTo>
                  <a:lnTo>
                    <a:pt x="271106" y="349887"/>
                  </a:lnTo>
                  <a:lnTo>
                    <a:pt x="262409" y="358584"/>
                  </a:lnTo>
                  <a:lnTo>
                    <a:pt x="274288" y="383510"/>
                  </a:lnTo>
                  <a:cubicBezTo>
                    <a:pt x="275879" y="386798"/>
                    <a:pt x="277789" y="390086"/>
                    <a:pt x="279433" y="393427"/>
                  </a:cubicBezTo>
                  <a:lnTo>
                    <a:pt x="279167" y="393692"/>
                  </a:lnTo>
                  <a:cubicBezTo>
                    <a:pt x="275879" y="391995"/>
                    <a:pt x="272538" y="390139"/>
                    <a:pt x="269250" y="388548"/>
                  </a:cubicBezTo>
                  <a:lnTo>
                    <a:pt x="244165" y="376828"/>
                  </a:lnTo>
                  <a:lnTo>
                    <a:pt x="235468" y="385525"/>
                  </a:lnTo>
                  <a:lnTo>
                    <a:pt x="274765" y="424822"/>
                  </a:lnTo>
                  <a:moveTo>
                    <a:pt x="319394" y="380194"/>
                  </a:moveTo>
                  <a:lnTo>
                    <a:pt x="327190" y="372398"/>
                  </a:lnTo>
                  <a:lnTo>
                    <a:pt x="297491" y="342700"/>
                  </a:lnTo>
                  <a:lnTo>
                    <a:pt x="289695" y="350496"/>
                  </a:lnTo>
                  <a:lnTo>
                    <a:pt x="319394" y="380194"/>
                  </a:lnTo>
                  <a:moveTo>
                    <a:pt x="288847" y="341798"/>
                  </a:moveTo>
                  <a:cubicBezTo>
                    <a:pt x="291498" y="339147"/>
                    <a:pt x="291657" y="335594"/>
                    <a:pt x="289058" y="332995"/>
                  </a:cubicBezTo>
                  <a:cubicBezTo>
                    <a:pt x="286513" y="330449"/>
                    <a:pt x="282960" y="330608"/>
                    <a:pt x="280308" y="333260"/>
                  </a:cubicBezTo>
                  <a:cubicBezTo>
                    <a:pt x="277604" y="335965"/>
                    <a:pt x="277444" y="339518"/>
                    <a:pt x="279990" y="342064"/>
                  </a:cubicBezTo>
                  <a:cubicBezTo>
                    <a:pt x="282589" y="344662"/>
                    <a:pt x="286142" y="344503"/>
                    <a:pt x="288847" y="341798"/>
                  </a:cubicBezTo>
                  <a:moveTo>
                    <a:pt x="335500" y="364088"/>
                  </a:moveTo>
                  <a:lnTo>
                    <a:pt x="343296" y="356292"/>
                  </a:lnTo>
                  <a:lnTo>
                    <a:pt x="322879" y="335874"/>
                  </a:lnTo>
                  <a:cubicBezTo>
                    <a:pt x="322879" y="331525"/>
                    <a:pt x="323249" y="328820"/>
                    <a:pt x="325689" y="326381"/>
                  </a:cubicBezTo>
                  <a:cubicBezTo>
                    <a:pt x="328606" y="323464"/>
                    <a:pt x="331470" y="323783"/>
                    <a:pt x="336083" y="328396"/>
                  </a:cubicBezTo>
                  <a:lnTo>
                    <a:pt x="353638" y="345950"/>
                  </a:lnTo>
                  <a:lnTo>
                    <a:pt x="361433" y="338155"/>
                  </a:lnTo>
                  <a:lnTo>
                    <a:pt x="342925" y="319646"/>
                  </a:lnTo>
                  <a:cubicBezTo>
                    <a:pt x="335447" y="312169"/>
                    <a:pt x="328235" y="310471"/>
                    <a:pt x="321818" y="316888"/>
                  </a:cubicBezTo>
                  <a:cubicBezTo>
                    <a:pt x="317787" y="320919"/>
                    <a:pt x="316886" y="326063"/>
                    <a:pt x="316832" y="331207"/>
                  </a:cubicBezTo>
                  <a:lnTo>
                    <a:pt x="316673" y="331366"/>
                  </a:lnTo>
                  <a:lnTo>
                    <a:pt x="312166" y="328025"/>
                  </a:lnTo>
                  <a:lnTo>
                    <a:pt x="305802" y="334389"/>
                  </a:lnTo>
                  <a:lnTo>
                    <a:pt x="335500" y="364088"/>
                  </a:lnTo>
                  <a:moveTo>
                    <a:pt x="380665" y="320408"/>
                  </a:moveTo>
                  <a:cubicBezTo>
                    <a:pt x="383740" y="317332"/>
                    <a:pt x="385013" y="312665"/>
                    <a:pt x="385066" y="308370"/>
                  </a:cubicBezTo>
                  <a:lnTo>
                    <a:pt x="385279" y="308158"/>
                  </a:lnTo>
                  <a:lnTo>
                    <a:pt x="388937" y="310650"/>
                  </a:lnTo>
                  <a:lnTo>
                    <a:pt x="395249" y="304339"/>
                  </a:lnTo>
                  <a:lnTo>
                    <a:pt x="352928" y="262019"/>
                  </a:lnTo>
                  <a:lnTo>
                    <a:pt x="345185" y="269762"/>
                  </a:lnTo>
                  <a:lnTo>
                    <a:pt x="355633" y="280209"/>
                  </a:lnTo>
                  <a:lnTo>
                    <a:pt x="360565" y="284611"/>
                  </a:lnTo>
                  <a:cubicBezTo>
                    <a:pt x="356482" y="284770"/>
                    <a:pt x="353140" y="285566"/>
                    <a:pt x="349799" y="288907"/>
                  </a:cubicBezTo>
                  <a:cubicBezTo>
                    <a:pt x="343382" y="295324"/>
                    <a:pt x="343276" y="307309"/>
                    <a:pt x="352928" y="316961"/>
                  </a:cubicBezTo>
                  <a:cubicBezTo>
                    <a:pt x="362686" y="326719"/>
                    <a:pt x="373293" y="327780"/>
                    <a:pt x="380665" y="320408"/>
                  </a:cubicBezTo>
                  <a:moveTo>
                    <a:pt x="376263" y="311976"/>
                  </a:moveTo>
                  <a:cubicBezTo>
                    <a:pt x="372338" y="315901"/>
                    <a:pt x="367035" y="315052"/>
                    <a:pt x="360883" y="308900"/>
                  </a:cubicBezTo>
                  <a:cubicBezTo>
                    <a:pt x="354943" y="302960"/>
                    <a:pt x="354572" y="296968"/>
                    <a:pt x="357913" y="293627"/>
                  </a:cubicBezTo>
                  <a:cubicBezTo>
                    <a:pt x="359770" y="291770"/>
                    <a:pt x="362262" y="290444"/>
                    <a:pt x="365709" y="290285"/>
                  </a:cubicBezTo>
                  <a:lnTo>
                    <a:pt x="378755" y="303332"/>
                  </a:lnTo>
                  <a:cubicBezTo>
                    <a:pt x="379232" y="307309"/>
                    <a:pt x="378331" y="309908"/>
                    <a:pt x="376263" y="311976"/>
                  </a:cubicBezTo>
                  <a:moveTo>
                    <a:pt x="404240" y="295348"/>
                  </a:moveTo>
                  <a:lnTo>
                    <a:pt x="411294" y="288294"/>
                  </a:lnTo>
                  <a:lnTo>
                    <a:pt x="394907" y="271907"/>
                  </a:lnTo>
                  <a:cubicBezTo>
                    <a:pt x="391195" y="268195"/>
                    <a:pt x="385096" y="263368"/>
                    <a:pt x="381012" y="260027"/>
                  </a:cubicBezTo>
                  <a:lnTo>
                    <a:pt x="381224" y="259815"/>
                  </a:lnTo>
                  <a:lnTo>
                    <a:pt x="393581" y="265914"/>
                  </a:lnTo>
                  <a:lnTo>
                    <a:pt x="416173" y="276308"/>
                  </a:lnTo>
                  <a:lnTo>
                    <a:pt x="420681" y="271801"/>
                  </a:lnTo>
                  <a:lnTo>
                    <a:pt x="410233" y="249262"/>
                  </a:lnTo>
                  <a:lnTo>
                    <a:pt x="404188" y="236852"/>
                  </a:lnTo>
                  <a:lnTo>
                    <a:pt x="404453" y="236587"/>
                  </a:lnTo>
                  <a:cubicBezTo>
                    <a:pt x="407741" y="240724"/>
                    <a:pt x="412620" y="246769"/>
                    <a:pt x="416332" y="250481"/>
                  </a:cubicBezTo>
                  <a:lnTo>
                    <a:pt x="432719" y="266869"/>
                  </a:lnTo>
                  <a:lnTo>
                    <a:pt x="439879" y="259709"/>
                  </a:lnTo>
                  <a:lnTo>
                    <a:pt x="400581" y="220412"/>
                  </a:lnTo>
                  <a:lnTo>
                    <a:pt x="391884" y="229109"/>
                  </a:lnTo>
                  <a:lnTo>
                    <a:pt x="403763" y="254035"/>
                  </a:lnTo>
                  <a:cubicBezTo>
                    <a:pt x="405354" y="257323"/>
                    <a:pt x="407263" y="260611"/>
                    <a:pt x="408907" y="263952"/>
                  </a:cubicBezTo>
                  <a:lnTo>
                    <a:pt x="408643" y="264217"/>
                  </a:lnTo>
                  <a:cubicBezTo>
                    <a:pt x="405354" y="262520"/>
                    <a:pt x="402013" y="260664"/>
                    <a:pt x="398725" y="259073"/>
                  </a:cubicBezTo>
                  <a:lnTo>
                    <a:pt x="373640" y="247352"/>
                  </a:lnTo>
                  <a:lnTo>
                    <a:pt x="364943" y="256050"/>
                  </a:lnTo>
                  <a:lnTo>
                    <a:pt x="404240" y="295348"/>
                  </a:lnTo>
                  <a:moveTo>
                    <a:pt x="456929" y="244143"/>
                  </a:moveTo>
                  <a:cubicBezTo>
                    <a:pt x="460324" y="240749"/>
                    <a:pt x="461597" y="236082"/>
                    <a:pt x="461968" y="231256"/>
                  </a:cubicBezTo>
                  <a:lnTo>
                    <a:pt x="462180" y="231044"/>
                  </a:lnTo>
                  <a:lnTo>
                    <a:pt x="465892" y="233696"/>
                  </a:lnTo>
                  <a:lnTo>
                    <a:pt x="472256" y="227332"/>
                  </a:lnTo>
                  <a:lnTo>
                    <a:pt x="454915" y="209990"/>
                  </a:lnTo>
                  <a:cubicBezTo>
                    <a:pt x="446323" y="201398"/>
                    <a:pt x="437944" y="200762"/>
                    <a:pt x="430413" y="208293"/>
                  </a:cubicBezTo>
                  <a:cubicBezTo>
                    <a:pt x="425746" y="212960"/>
                    <a:pt x="423254" y="218953"/>
                    <a:pt x="421928" y="224627"/>
                  </a:cubicBezTo>
                  <a:lnTo>
                    <a:pt x="429883" y="226960"/>
                  </a:lnTo>
                  <a:cubicBezTo>
                    <a:pt x="431050" y="222612"/>
                    <a:pt x="432481" y="218740"/>
                    <a:pt x="435239" y="215983"/>
                  </a:cubicBezTo>
                  <a:cubicBezTo>
                    <a:pt x="438898" y="212323"/>
                    <a:pt x="442399" y="213278"/>
                    <a:pt x="445475" y="216035"/>
                  </a:cubicBezTo>
                  <a:cubicBezTo>
                    <a:pt x="434762" y="229294"/>
                    <a:pt x="432959" y="237779"/>
                    <a:pt x="439323" y="244143"/>
                  </a:cubicBezTo>
                  <a:cubicBezTo>
                    <a:pt x="444361" y="249181"/>
                    <a:pt x="451627" y="249446"/>
                    <a:pt x="456929" y="244143"/>
                  </a:cubicBezTo>
                  <a:moveTo>
                    <a:pt x="453376" y="235499"/>
                  </a:moveTo>
                  <a:cubicBezTo>
                    <a:pt x="451096" y="237779"/>
                    <a:pt x="448444" y="238415"/>
                    <a:pt x="446111" y="236082"/>
                  </a:cubicBezTo>
                  <a:cubicBezTo>
                    <a:pt x="443459" y="233431"/>
                    <a:pt x="443884" y="228976"/>
                    <a:pt x="450248" y="220808"/>
                  </a:cubicBezTo>
                  <a:lnTo>
                    <a:pt x="456240" y="226801"/>
                  </a:lnTo>
                  <a:cubicBezTo>
                    <a:pt x="456187" y="230567"/>
                    <a:pt x="455604" y="233272"/>
                    <a:pt x="453376" y="235499"/>
                  </a:cubicBezTo>
                  <a:moveTo>
                    <a:pt x="489430" y="211643"/>
                  </a:moveTo>
                  <a:cubicBezTo>
                    <a:pt x="497172" y="203900"/>
                    <a:pt x="497066" y="195628"/>
                    <a:pt x="491869" y="190430"/>
                  </a:cubicBezTo>
                  <a:cubicBezTo>
                    <a:pt x="486353" y="184915"/>
                    <a:pt x="480043" y="187301"/>
                    <a:pt x="474633" y="189741"/>
                  </a:cubicBezTo>
                  <a:cubicBezTo>
                    <a:pt x="470338" y="191703"/>
                    <a:pt x="466784" y="193665"/>
                    <a:pt x="464610" y="191491"/>
                  </a:cubicBezTo>
                  <a:cubicBezTo>
                    <a:pt x="462913" y="189794"/>
                    <a:pt x="463019" y="187354"/>
                    <a:pt x="465724" y="184649"/>
                  </a:cubicBezTo>
                  <a:cubicBezTo>
                    <a:pt x="467898" y="182475"/>
                    <a:pt x="470974" y="181415"/>
                    <a:pt x="474633" y="180831"/>
                  </a:cubicBezTo>
                  <a:lnTo>
                    <a:pt x="473413" y="172611"/>
                  </a:lnTo>
                  <a:cubicBezTo>
                    <a:pt x="469118" y="173194"/>
                    <a:pt x="463973" y="174733"/>
                    <a:pt x="459678" y="179028"/>
                  </a:cubicBezTo>
                  <a:cubicBezTo>
                    <a:pt x="452890" y="185816"/>
                    <a:pt x="452359" y="193877"/>
                    <a:pt x="457663" y="199181"/>
                  </a:cubicBezTo>
                  <a:cubicBezTo>
                    <a:pt x="462648" y="204166"/>
                    <a:pt x="469118" y="202256"/>
                    <a:pt x="474315" y="199923"/>
                  </a:cubicBezTo>
                  <a:cubicBezTo>
                    <a:pt x="478664" y="198014"/>
                    <a:pt x="482747" y="195946"/>
                    <a:pt x="484975" y="198173"/>
                  </a:cubicBezTo>
                  <a:cubicBezTo>
                    <a:pt x="486831" y="200029"/>
                    <a:pt x="486778" y="202628"/>
                    <a:pt x="483808" y="205598"/>
                  </a:cubicBezTo>
                  <a:cubicBezTo>
                    <a:pt x="481050" y="208355"/>
                    <a:pt x="477338" y="209734"/>
                    <a:pt x="472618" y="210317"/>
                  </a:cubicBezTo>
                  <a:lnTo>
                    <a:pt x="473944" y="218750"/>
                  </a:lnTo>
                  <a:cubicBezTo>
                    <a:pt x="479353" y="218219"/>
                    <a:pt x="485452" y="215621"/>
                    <a:pt x="489430" y="211643"/>
                  </a:cubicBezTo>
                  <a:moveTo>
                    <a:pt x="516830" y="184243"/>
                  </a:moveTo>
                  <a:cubicBezTo>
                    <a:pt x="519429" y="181644"/>
                    <a:pt x="520914" y="178992"/>
                    <a:pt x="521975" y="176871"/>
                  </a:cubicBezTo>
                  <a:lnTo>
                    <a:pt x="515027" y="172469"/>
                  </a:lnTo>
                  <a:cubicBezTo>
                    <a:pt x="514550" y="173582"/>
                    <a:pt x="513701" y="175067"/>
                    <a:pt x="512747" y="176022"/>
                  </a:cubicBezTo>
                  <a:cubicBezTo>
                    <a:pt x="510095" y="178674"/>
                    <a:pt x="507125" y="178462"/>
                    <a:pt x="503731" y="175067"/>
                  </a:cubicBezTo>
                  <a:lnTo>
                    <a:pt x="490579" y="161915"/>
                  </a:lnTo>
                  <a:lnTo>
                    <a:pt x="497897" y="154597"/>
                  </a:lnTo>
                  <a:lnTo>
                    <a:pt x="491746" y="148445"/>
                  </a:lnTo>
                  <a:lnTo>
                    <a:pt x="484427" y="155764"/>
                  </a:lnTo>
                  <a:lnTo>
                    <a:pt x="476419" y="147755"/>
                  </a:lnTo>
                  <a:lnTo>
                    <a:pt x="469949" y="154226"/>
                  </a:lnTo>
                  <a:lnTo>
                    <a:pt x="477056" y="163135"/>
                  </a:lnTo>
                  <a:lnTo>
                    <a:pt x="472813" y="168120"/>
                  </a:lnTo>
                  <a:lnTo>
                    <a:pt x="478594" y="173901"/>
                  </a:lnTo>
                  <a:lnTo>
                    <a:pt x="482783" y="169711"/>
                  </a:lnTo>
                  <a:lnTo>
                    <a:pt x="495935" y="182863"/>
                  </a:lnTo>
                  <a:cubicBezTo>
                    <a:pt x="502565" y="189493"/>
                    <a:pt x="509777" y="191296"/>
                    <a:pt x="516830" y="184243"/>
                  </a:cubicBezTo>
                  <a:moveTo>
                    <a:pt x="540184" y="160888"/>
                  </a:moveTo>
                  <a:cubicBezTo>
                    <a:pt x="543844" y="157229"/>
                    <a:pt x="546336" y="152191"/>
                    <a:pt x="547238" y="147259"/>
                  </a:cubicBezTo>
                  <a:lnTo>
                    <a:pt x="539813" y="145138"/>
                  </a:lnTo>
                  <a:cubicBezTo>
                    <a:pt x="539018" y="148585"/>
                    <a:pt x="537639" y="151448"/>
                    <a:pt x="535199" y="153888"/>
                  </a:cubicBezTo>
                  <a:cubicBezTo>
                    <a:pt x="530798" y="158290"/>
                    <a:pt x="525070" y="158926"/>
                    <a:pt x="519554" y="154684"/>
                  </a:cubicBezTo>
                  <a:lnTo>
                    <a:pt x="537851" y="136387"/>
                  </a:lnTo>
                  <a:cubicBezTo>
                    <a:pt x="537374" y="135485"/>
                    <a:pt x="536101" y="133895"/>
                    <a:pt x="534616" y="132410"/>
                  </a:cubicBezTo>
                  <a:cubicBezTo>
                    <a:pt x="526449" y="124243"/>
                    <a:pt x="516214" y="122492"/>
                    <a:pt x="508046" y="130660"/>
                  </a:cubicBezTo>
                  <a:cubicBezTo>
                    <a:pt x="500993" y="137713"/>
                    <a:pt x="500198" y="150494"/>
                    <a:pt x="509797" y="160093"/>
                  </a:cubicBezTo>
                  <a:cubicBezTo>
                    <a:pt x="519608" y="169904"/>
                    <a:pt x="531858" y="169214"/>
                    <a:pt x="540184" y="160888"/>
                  </a:cubicBezTo>
                  <a:moveTo>
                    <a:pt x="514252" y="149593"/>
                  </a:moveTo>
                  <a:cubicBezTo>
                    <a:pt x="510539" y="144713"/>
                    <a:pt x="511069" y="139728"/>
                    <a:pt x="514198" y="136599"/>
                  </a:cubicBezTo>
                  <a:cubicBezTo>
                    <a:pt x="518017" y="132781"/>
                    <a:pt x="522365" y="133523"/>
                    <a:pt x="526343" y="137501"/>
                  </a:cubicBezTo>
                  <a:lnTo>
                    <a:pt x="514252" y="149593"/>
                  </a:lnTo>
                  <a:moveTo>
                    <a:pt x="557317" y="142271"/>
                  </a:moveTo>
                  <a:lnTo>
                    <a:pt x="565113" y="134475"/>
                  </a:lnTo>
                  <a:lnTo>
                    <a:pt x="547400" y="116762"/>
                  </a:lnTo>
                  <a:cubicBezTo>
                    <a:pt x="544748" y="110822"/>
                    <a:pt x="546021" y="106474"/>
                    <a:pt x="548354" y="104140"/>
                  </a:cubicBezTo>
                  <a:cubicBezTo>
                    <a:pt x="549574" y="102920"/>
                    <a:pt x="550582" y="102231"/>
                    <a:pt x="551960" y="101488"/>
                  </a:cubicBezTo>
                  <a:lnTo>
                    <a:pt x="546551" y="93427"/>
                  </a:lnTo>
                  <a:cubicBezTo>
                    <a:pt x="545279" y="93958"/>
                    <a:pt x="544059" y="94647"/>
                    <a:pt x="542415" y="96291"/>
                  </a:cubicBezTo>
                  <a:cubicBezTo>
                    <a:pt x="539339" y="99367"/>
                    <a:pt x="538278" y="104671"/>
                    <a:pt x="539975" y="110716"/>
                  </a:cubicBezTo>
                  <a:lnTo>
                    <a:pt x="539816" y="110875"/>
                  </a:lnTo>
                  <a:lnTo>
                    <a:pt x="533983" y="106208"/>
                  </a:lnTo>
                  <a:lnTo>
                    <a:pt x="527618" y="112573"/>
                  </a:lnTo>
                  <a:lnTo>
                    <a:pt x="557317" y="142271"/>
                  </a:lnTo>
                </a:path>
              </a:pathLst>
            </a:custGeom>
            <a:solidFill>
              <a:srgbClr val="999999">
                <a:alpha val="30000"/>
              </a:srgbClr>
            </a:solidFill>
          </p:spPr>
        </p:sp>
        <p:sp>
          <p:nvSpPr>
            <p:cNvPr id="195" name="shape195"/>
            <p:cNvSpPr/>
            <p:nvPr/>
          </p:nvSpPr>
          <p:spPr>
            <a:xfrm>
              <a:off x="2503974" y="3569843"/>
              <a:ext cx="192000" cy="192000"/>
            </a:xfrm>
            <a:custGeom>
              <a:avLst/>
              <a:gdLst/>
              <a:ahLst/>
              <a:cxnLst/>
              <a:rect l="0" t="0" r="0" b="0"/>
              <a:pathLst>
                <a:path w="192000" h="192000">
                  <a:moveTo>
                    <a:pt x="83426" y="386789"/>
                  </a:moveTo>
                  <a:lnTo>
                    <a:pt x="51606" y="418609"/>
                  </a:lnTo>
                  <a:cubicBezTo>
                    <a:pt x="43204" y="427012"/>
                    <a:pt x="37083" y="433137"/>
                    <a:pt x="32653" y="438356"/>
                  </a:cubicBezTo>
                  <a:cubicBezTo>
                    <a:pt x="28254" y="443537"/>
                    <a:pt x="25770" y="447547"/>
                    <a:pt x="24445" y="451623"/>
                  </a:cubicBezTo>
                  <a:cubicBezTo>
                    <a:pt x="21968" y="459248"/>
                    <a:pt x="21968" y="467463"/>
                    <a:pt x="24445" y="475089"/>
                  </a:cubicBezTo>
                  <a:cubicBezTo>
                    <a:pt x="25770" y="479164"/>
                    <a:pt x="28254" y="483175"/>
                    <a:pt x="32653" y="488356"/>
                  </a:cubicBezTo>
                  <a:cubicBezTo>
                    <a:pt x="37083" y="493574"/>
                    <a:pt x="43204" y="499700"/>
                    <a:pt x="51606" y="508102"/>
                  </a:cubicBezTo>
                  <a:lnTo>
                    <a:pt x="83426" y="539922"/>
                  </a:lnTo>
                  <a:cubicBezTo>
                    <a:pt x="91829" y="548325"/>
                    <a:pt x="97954" y="554445"/>
                    <a:pt x="103173" y="558875"/>
                  </a:cubicBezTo>
                  <a:cubicBezTo>
                    <a:pt x="108354" y="563274"/>
                    <a:pt x="112364" y="565759"/>
                    <a:pt x="116440" y="567083"/>
                  </a:cubicBezTo>
                  <a:cubicBezTo>
                    <a:pt x="124066" y="569561"/>
                    <a:pt x="132280" y="569561"/>
                    <a:pt x="139906" y="567083"/>
                  </a:cubicBezTo>
                  <a:cubicBezTo>
                    <a:pt x="143981" y="565759"/>
                    <a:pt x="147992" y="563274"/>
                    <a:pt x="153173" y="558875"/>
                  </a:cubicBezTo>
                  <a:cubicBezTo>
                    <a:pt x="158392" y="554445"/>
                    <a:pt x="164516" y="548325"/>
                    <a:pt x="172919" y="539922"/>
                  </a:cubicBezTo>
                  <a:lnTo>
                    <a:pt x="204739" y="508102"/>
                  </a:lnTo>
                  <a:cubicBezTo>
                    <a:pt x="213142" y="499700"/>
                    <a:pt x="219262" y="493574"/>
                    <a:pt x="223693" y="488356"/>
                  </a:cubicBezTo>
                  <a:cubicBezTo>
                    <a:pt x="228091" y="483175"/>
                    <a:pt x="230576" y="479164"/>
                    <a:pt x="231900" y="475088"/>
                  </a:cubicBezTo>
                  <a:cubicBezTo>
                    <a:pt x="234378" y="467463"/>
                    <a:pt x="234378" y="459248"/>
                    <a:pt x="231900" y="451623"/>
                  </a:cubicBezTo>
                  <a:cubicBezTo>
                    <a:pt x="230576" y="447547"/>
                    <a:pt x="228091" y="443537"/>
                    <a:pt x="223693" y="438356"/>
                  </a:cubicBezTo>
                  <a:cubicBezTo>
                    <a:pt x="219262" y="433137"/>
                    <a:pt x="213142" y="427012"/>
                    <a:pt x="204739" y="418609"/>
                  </a:cubicBezTo>
                  <a:lnTo>
                    <a:pt x="172919" y="386789"/>
                  </a:lnTo>
                  <a:cubicBezTo>
                    <a:pt x="164516" y="378386"/>
                    <a:pt x="158392" y="372266"/>
                    <a:pt x="153173" y="367836"/>
                  </a:cubicBezTo>
                  <a:cubicBezTo>
                    <a:pt x="147992" y="363437"/>
                    <a:pt x="143981" y="360952"/>
                    <a:pt x="139906" y="359628"/>
                  </a:cubicBezTo>
                  <a:cubicBezTo>
                    <a:pt x="132280" y="357151"/>
                    <a:pt x="124066" y="357151"/>
                    <a:pt x="116440" y="359628"/>
                  </a:cubicBezTo>
                  <a:cubicBezTo>
                    <a:pt x="112364" y="360952"/>
                    <a:pt x="108354" y="363437"/>
                    <a:pt x="103173" y="367836"/>
                  </a:cubicBezTo>
                  <a:cubicBezTo>
                    <a:pt x="97954" y="372266"/>
                    <a:pt x="91829" y="378386"/>
                    <a:pt x="83426" y="386789"/>
                  </a:cubicBezTo>
                  <a:moveTo>
                    <a:pt x="20433" y="476392"/>
                  </a:moveTo>
                  <a:cubicBezTo>
                    <a:pt x="23563" y="486025"/>
                    <a:pt x="31916" y="494378"/>
                    <a:pt x="48623" y="511085"/>
                  </a:cubicBezTo>
                  <a:lnTo>
                    <a:pt x="80443" y="542905"/>
                  </a:lnTo>
                  <a:cubicBezTo>
                    <a:pt x="97150" y="559612"/>
                    <a:pt x="105503" y="567965"/>
                    <a:pt x="115136" y="571096"/>
                  </a:cubicBezTo>
                  <a:cubicBezTo>
                    <a:pt x="123609" y="573848"/>
                    <a:pt x="132736" y="573848"/>
                    <a:pt x="141209" y="571096"/>
                  </a:cubicBezTo>
                  <a:cubicBezTo>
                    <a:pt x="150842" y="567965"/>
                    <a:pt x="159196" y="559612"/>
                    <a:pt x="175903" y="542905"/>
                  </a:cubicBezTo>
                  <a:lnTo>
                    <a:pt x="207722" y="511085"/>
                  </a:lnTo>
                  <a:cubicBezTo>
                    <a:pt x="224429" y="494378"/>
                    <a:pt x="232783" y="486025"/>
                    <a:pt x="235913" y="476392"/>
                  </a:cubicBezTo>
                  <a:cubicBezTo>
                    <a:pt x="238666" y="467919"/>
                    <a:pt x="238666" y="458792"/>
                    <a:pt x="235913" y="450319"/>
                  </a:cubicBezTo>
                  <a:cubicBezTo>
                    <a:pt x="232783" y="440686"/>
                    <a:pt x="224429" y="432333"/>
                    <a:pt x="207722" y="415626"/>
                  </a:cubicBezTo>
                  <a:lnTo>
                    <a:pt x="175903" y="383806"/>
                  </a:lnTo>
                  <a:cubicBezTo>
                    <a:pt x="159196" y="367099"/>
                    <a:pt x="150842" y="358746"/>
                    <a:pt x="141209" y="355616"/>
                  </a:cubicBezTo>
                  <a:cubicBezTo>
                    <a:pt x="132736" y="352863"/>
                    <a:pt x="123609" y="352863"/>
                    <a:pt x="115136" y="355616"/>
                  </a:cubicBezTo>
                  <a:cubicBezTo>
                    <a:pt x="105503" y="358746"/>
                    <a:pt x="97150" y="367099"/>
                    <a:pt x="80443" y="383806"/>
                  </a:cubicBezTo>
                  <a:lnTo>
                    <a:pt x="48623" y="415626"/>
                  </a:lnTo>
                  <a:cubicBezTo>
                    <a:pt x="31916" y="432333"/>
                    <a:pt x="23563" y="440686"/>
                    <a:pt x="20433" y="450319"/>
                  </a:cubicBezTo>
                  <a:cubicBezTo>
                    <a:pt x="17680" y="458792"/>
                    <a:pt x="17680" y="467919"/>
                    <a:pt x="20433" y="476392"/>
                  </a:cubicBezTo>
                </a:path>
              </a:pathLst>
            </a:custGeom>
            <a:solidFill>
              <a:srgbClr val="999999">
                <a:alpha val="30000"/>
              </a:srgbClr>
            </a:solidFill>
          </p:spPr>
        </p:sp>
        <p:sp>
          <p:nvSpPr>
            <p:cNvPr id="196" name="shape196"/>
            <p:cNvSpPr/>
            <p:nvPr/>
          </p:nvSpPr>
          <p:spPr>
            <a:xfrm>
              <a:off x="2503974" y="3569843"/>
              <a:ext cx="192000" cy="192000"/>
            </a:xfrm>
            <a:custGeom>
              <a:avLst/>
              <a:gdLst/>
              <a:ahLst/>
              <a:cxnLst/>
              <a:rect l="0" t="0" r="0" b="0"/>
              <a:pathLst>
                <a:path w="192000" h="192000">
                  <a:moveTo>
                    <a:pt x="85406" y="472474"/>
                  </a:moveTo>
                  <a:lnTo>
                    <a:pt x="118879" y="505946"/>
                  </a:lnTo>
                  <a:lnTo>
                    <a:pt x="118879" y="495683"/>
                  </a:lnTo>
                  <a:cubicBezTo>
                    <a:pt x="118879" y="490628"/>
                    <a:pt x="122977" y="486530"/>
                    <a:pt x="128032" y="486530"/>
                  </a:cubicBezTo>
                  <a:cubicBezTo>
                    <a:pt x="133087" y="486530"/>
                    <a:pt x="137185" y="490628"/>
                    <a:pt x="137185" y="495683"/>
                  </a:cubicBezTo>
                  <a:lnTo>
                    <a:pt x="137185" y="516995"/>
                  </a:lnTo>
                  <a:cubicBezTo>
                    <a:pt x="137185" y="529227"/>
                    <a:pt x="122396" y="535353"/>
                    <a:pt x="113747" y="526703"/>
                  </a:cubicBezTo>
                  <a:lnTo>
                    <a:pt x="64649" y="477607"/>
                  </a:lnTo>
                  <a:cubicBezTo>
                    <a:pt x="56000" y="468957"/>
                    <a:pt x="62126" y="454168"/>
                    <a:pt x="74357" y="454168"/>
                  </a:cubicBezTo>
                  <a:lnTo>
                    <a:pt x="170657" y="454168"/>
                  </a:lnTo>
                  <a:lnTo>
                    <a:pt x="137185" y="420696"/>
                  </a:lnTo>
                  <a:lnTo>
                    <a:pt x="137185" y="430960"/>
                  </a:lnTo>
                  <a:cubicBezTo>
                    <a:pt x="137185" y="436015"/>
                    <a:pt x="133087" y="440113"/>
                    <a:pt x="128032" y="440113"/>
                  </a:cubicBezTo>
                  <a:cubicBezTo>
                    <a:pt x="122977" y="440113"/>
                    <a:pt x="118879" y="436015"/>
                    <a:pt x="118879" y="430960"/>
                  </a:cubicBezTo>
                  <a:lnTo>
                    <a:pt x="118879" y="409648"/>
                  </a:lnTo>
                  <a:cubicBezTo>
                    <a:pt x="118879" y="397415"/>
                    <a:pt x="133667" y="391289"/>
                    <a:pt x="142316" y="399939"/>
                  </a:cubicBezTo>
                  <a:lnTo>
                    <a:pt x="191414" y="449036"/>
                  </a:lnTo>
                  <a:cubicBezTo>
                    <a:pt x="200063" y="457685"/>
                    <a:pt x="193937" y="472474"/>
                    <a:pt x="181706" y="472474"/>
                  </a:cubicBezTo>
                  <a:lnTo>
                    <a:pt x="85406" y="472474"/>
                  </a:lnTo>
                </a:path>
              </a:pathLst>
            </a:custGeom>
            <a:solidFill>
              <a:srgbClr val="999999">
                <a:alpha val="30000"/>
              </a:srgbClr>
            </a:solidFill>
          </p:spPr>
        </p:sp>
        <p:sp>
          <p:nvSpPr>
            <p:cNvPr id="197" name="shape197"/>
            <p:cNvSpPr/>
            <p:nvPr/>
          </p:nvSpPr>
          <p:spPr>
            <a:xfrm>
              <a:off x="2503974" y="3569843"/>
              <a:ext cx="2760000" cy="2760000"/>
            </a:xfrm>
            <a:custGeom>
              <a:avLst/>
              <a:gdLst/>
              <a:ahLst/>
              <a:cxnLst/>
              <a:rect l="0" t="0" r="0" b="0"/>
              <a:pathLst>
                <a:path w="2760000" h="2760000">
                  <a:moveTo>
                    <a:pt x="174745" y="308150"/>
                  </a:moveTo>
                  <a:cubicBezTo>
                    <a:pt x="179624" y="318332"/>
                    <a:pt x="182488" y="330530"/>
                    <a:pt x="182488" y="340076"/>
                  </a:cubicBezTo>
                  <a:cubicBezTo>
                    <a:pt x="185140" y="340500"/>
                    <a:pt x="190284" y="342250"/>
                    <a:pt x="192405" y="343205"/>
                  </a:cubicBezTo>
                  <a:cubicBezTo>
                    <a:pt x="192299" y="340659"/>
                    <a:pt x="192034" y="337954"/>
                    <a:pt x="191716" y="335197"/>
                  </a:cubicBezTo>
                  <a:lnTo>
                    <a:pt x="218975" y="362456"/>
                  </a:lnTo>
                  <a:lnTo>
                    <a:pt x="225127" y="356304"/>
                  </a:lnTo>
                  <a:lnTo>
                    <a:pt x="188269" y="319446"/>
                  </a:lnTo>
                  <a:cubicBezTo>
                    <a:pt x="186677" y="314143"/>
                    <a:pt x="184715" y="308892"/>
                    <a:pt x="182488" y="304013"/>
                  </a:cubicBezTo>
                  <a:lnTo>
                    <a:pt x="174745" y="308150"/>
                  </a:lnTo>
                  <a:moveTo>
                    <a:pt x="233400" y="332863"/>
                  </a:moveTo>
                  <a:cubicBezTo>
                    <a:pt x="230377" y="335886"/>
                    <a:pt x="227831" y="336841"/>
                    <a:pt x="225869" y="334879"/>
                  </a:cubicBezTo>
                  <a:cubicBezTo>
                    <a:pt x="223217" y="332227"/>
                    <a:pt x="220778" y="327029"/>
                    <a:pt x="217437" y="279883"/>
                  </a:cubicBezTo>
                  <a:cubicBezTo>
                    <a:pt x="217437" y="279247"/>
                    <a:pt x="217384" y="278557"/>
                    <a:pt x="217225" y="278080"/>
                  </a:cubicBezTo>
                  <a:lnTo>
                    <a:pt x="211126" y="279936"/>
                  </a:lnTo>
                  <a:lnTo>
                    <a:pt x="209906" y="281580"/>
                  </a:lnTo>
                  <a:lnTo>
                    <a:pt x="186412" y="305074"/>
                  </a:lnTo>
                  <a:lnTo>
                    <a:pt x="192352" y="311014"/>
                  </a:lnTo>
                  <a:lnTo>
                    <a:pt x="209747" y="293619"/>
                  </a:lnTo>
                  <a:cubicBezTo>
                    <a:pt x="213565" y="333181"/>
                    <a:pt x="216482" y="338113"/>
                    <a:pt x="220247" y="341879"/>
                  </a:cubicBezTo>
                  <a:cubicBezTo>
                    <a:pt x="225179" y="346811"/>
                    <a:pt x="231809" y="346652"/>
                    <a:pt x="239711" y="338750"/>
                  </a:cubicBezTo>
                  <a:lnTo>
                    <a:pt x="250264" y="328196"/>
                  </a:lnTo>
                  <a:cubicBezTo>
                    <a:pt x="256894" y="321567"/>
                    <a:pt x="256946" y="316847"/>
                    <a:pt x="246128" y="304544"/>
                  </a:cubicBezTo>
                  <a:cubicBezTo>
                    <a:pt x="244112" y="306028"/>
                    <a:pt x="241090" y="307354"/>
                    <a:pt x="238544" y="308097"/>
                  </a:cubicBezTo>
                  <a:cubicBezTo>
                    <a:pt x="246658" y="316847"/>
                    <a:pt x="247241" y="319022"/>
                    <a:pt x="244643" y="321620"/>
                  </a:cubicBezTo>
                  <a:lnTo>
                    <a:pt x="233400" y="332863"/>
                  </a:lnTo>
                  <a:moveTo>
                    <a:pt x="292478" y="274208"/>
                  </a:moveTo>
                  <a:lnTo>
                    <a:pt x="290887" y="267421"/>
                  </a:lnTo>
                  <a:cubicBezTo>
                    <a:pt x="283622" y="270974"/>
                    <a:pt x="272750" y="278027"/>
                    <a:pt x="264848" y="284444"/>
                  </a:cubicBezTo>
                  <a:lnTo>
                    <a:pt x="266068" y="291391"/>
                  </a:lnTo>
                  <a:cubicBezTo>
                    <a:pt x="273864" y="285187"/>
                    <a:pt x="284365" y="278504"/>
                    <a:pt x="291577" y="275110"/>
                  </a:cubicBezTo>
                  <a:lnTo>
                    <a:pt x="266492" y="300195"/>
                  </a:lnTo>
                  <a:lnTo>
                    <a:pt x="250795" y="284497"/>
                  </a:lnTo>
                  <a:cubicBezTo>
                    <a:pt x="252969" y="284869"/>
                    <a:pt x="255727" y="285717"/>
                    <a:pt x="257371" y="286513"/>
                  </a:cubicBezTo>
                  <a:cubicBezTo>
                    <a:pt x="259545" y="282959"/>
                    <a:pt x="261613" y="279088"/>
                    <a:pt x="263363" y="275110"/>
                  </a:cubicBezTo>
                  <a:lnTo>
                    <a:pt x="264106" y="279777"/>
                  </a:lnTo>
                  <a:cubicBezTo>
                    <a:pt x="269515" y="276277"/>
                    <a:pt x="277046" y="272564"/>
                    <a:pt x="281607" y="270868"/>
                  </a:cubicBezTo>
                  <a:lnTo>
                    <a:pt x="280281" y="264451"/>
                  </a:lnTo>
                  <a:cubicBezTo>
                    <a:pt x="275985" y="266095"/>
                    <a:pt x="269462" y="269542"/>
                    <a:pt x="264371" y="272830"/>
                  </a:cubicBezTo>
                  <a:cubicBezTo>
                    <a:pt x="265166" y="270761"/>
                    <a:pt x="265962" y="268693"/>
                    <a:pt x="266599" y="266572"/>
                  </a:cubicBezTo>
                  <a:cubicBezTo>
                    <a:pt x="272803" y="264610"/>
                    <a:pt x="278902" y="261693"/>
                    <a:pt x="284470" y="258034"/>
                  </a:cubicBezTo>
                  <a:cubicBezTo>
                    <a:pt x="283940" y="256337"/>
                    <a:pt x="283410" y="253473"/>
                    <a:pt x="283251" y="251192"/>
                  </a:cubicBezTo>
                  <a:lnTo>
                    <a:pt x="299373" y="267314"/>
                  </a:lnTo>
                  <a:lnTo>
                    <a:pt x="292478" y="274208"/>
                  </a:lnTo>
                  <a:moveTo>
                    <a:pt x="243529" y="254321"/>
                  </a:moveTo>
                  <a:cubicBezTo>
                    <a:pt x="244855" y="260845"/>
                    <a:pt x="244271" y="268852"/>
                    <a:pt x="242416" y="275588"/>
                  </a:cubicBezTo>
                  <a:cubicBezTo>
                    <a:pt x="244430" y="275269"/>
                    <a:pt x="248302" y="275110"/>
                    <a:pt x="250264" y="275163"/>
                  </a:cubicBezTo>
                  <a:cubicBezTo>
                    <a:pt x="250636" y="273413"/>
                    <a:pt x="250954" y="271504"/>
                    <a:pt x="251113" y="269542"/>
                  </a:cubicBezTo>
                  <a:cubicBezTo>
                    <a:pt x="253287" y="269489"/>
                    <a:pt x="255568" y="269224"/>
                    <a:pt x="257954" y="268852"/>
                  </a:cubicBezTo>
                  <a:cubicBezTo>
                    <a:pt x="255779" y="273890"/>
                    <a:pt x="252916" y="278981"/>
                    <a:pt x="249840" y="283543"/>
                  </a:cubicBezTo>
                  <a:lnTo>
                    <a:pt x="232074" y="265777"/>
                  </a:lnTo>
                  <a:lnTo>
                    <a:pt x="243529" y="254321"/>
                  </a:lnTo>
                  <a:moveTo>
                    <a:pt x="262621" y="252624"/>
                  </a:moveTo>
                  <a:cubicBezTo>
                    <a:pt x="262303" y="255382"/>
                    <a:pt x="261772" y="258246"/>
                    <a:pt x="260712" y="261215"/>
                  </a:cubicBezTo>
                  <a:cubicBezTo>
                    <a:pt x="257848" y="262170"/>
                    <a:pt x="255037" y="262648"/>
                    <a:pt x="252439" y="262807"/>
                  </a:cubicBezTo>
                  <a:lnTo>
                    <a:pt x="262621" y="252624"/>
                  </a:lnTo>
                  <a:moveTo>
                    <a:pt x="282455" y="250397"/>
                  </a:moveTo>
                  <a:cubicBezTo>
                    <a:pt x="278107" y="253367"/>
                    <a:pt x="273440" y="256124"/>
                    <a:pt x="268826" y="258193"/>
                  </a:cubicBezTo>
                  <a:cubicBezTo>
                    <a:pt x="269939" y="252094"/>
                    <a:pt x="270205" y="246101"/>
                    <a:pt x="269038" y="240692"/>
                  </a:cubicBezTo>
                  <a:lnTo>
                    <a:pt x="263363" y="242124"/>
                  </a:lnTo>
                  <a:lnTo>
                    <a:pt x="262674" y="243238"/>
                  </a:lnTo>
                  <a:lnTo>
                    <a:pt x="251113" y="254798"/>
                  </a:lnTo>
                  <a:cubicBezTo>
                    <a:pt x="250954" y="253367"/>
                    <a:pt x="250688" y="251935"/>
                    <a:pt x="250423" y="250609"/>
                  </a:cubicBezTo>
                  <a:lnTo>
                    <a:pt x="244325" y="253526"/>
                  </a:lnTo>
                  <a:lnTo>
                    <a:pt x="264955" y="232896"/>
                  </a:lnTo>
                  <a:lnTo>
                    <a:pt x="282455" y="250397"/>
                  </a:lnTo>
                  <a:moveTo>
                    <a:pt x="220354" y="266147"/>
                  </a:moveTo>
                  <a:lnTo>
                    <a:pt x="267924" y="313718"/>
                  </a:lnTo>
                  <a:lnTo>
                    <a:pt x="273970" y="307673"/>
                  </a:lnTo>
                  <a:lnTo>
                    <a:pt x="272061" y="305764"/>
                  </a:lnTo>
                  <a:lnTo>
                    <a:pt x="304941" y="272883"/>
                  </a:lnTo>
                  <a:lnTo>
                    <a:pt x="306850" y="274792"/>
                  </a:lnTo>
                  <a:lnTo>
                    <a:pt x="313214" y="268428"/>
                  </a:lnTo>
                  <a:lnTo>
                    <a:pt x="265644" y="220858"/>
                  </a:lnTo>
                  <a:lnTo>
                    <a:pt x="220354" y="266147"/>
                  </a:lnTo>
                  <a:moveTo>
                    <a:pt x="303244" y="231941"/>
                  </a:moveTo>
                  <a:cubicBezTo>
                    <a:pt x="301494" y="230085"/>
                    <a:pt x="299797" y="228388"/>
                    <a:pt x="298312" y="226903"/>
                  </a:cubicBezTo>
                  <a:lnTo>
                    <a:pt x="296350" y="224941"/>
                  </a:lnTo>
                  <a:lnTo>
                    <a:pt x="300539" y="220751"/>
                  </a:lnTo>
                  <a:lnTo>
                    <a:pt x="307487" y="227699"/>
                  </a:lnTo>
                  <a:lnTo>
                    <a:pt x="303244" y="231941"/>
                  </a:lnTo>
                  <a:moveTo>
                    <a:pt x="287864" y="208076"/>
                  </a:moveTo>
                  <a:lnTo>
                    <a:pt x="295448" y="215660"/>
                  </a:lnTo>
                  <a:lnTo>
                    <a:pt x="291259" y="219850"/>
                  </a:lnTo>
                  <a:lnTo>
                    <a:pt x="283675" y="212266"/>
                  </a:lnTo>
                  <a:lnTo>
                    <a:pt x="287864" y="208076"/>
                  </a:lnTo>
                  <a:moveTo>
                    <a:pt x="288236" y="197947"/>
                  </a:moveTo>
                  <a:lnTo>
                    <a:pt x="273334" y="212849"/>
                  </a:lnTo>
                  <a:lnTo>
                    <a:pt x="292903" y="232418"/>
                  </a:lnTo>
                  <a:cubicBezTo>
                    <a:pt x="300380" y="239896"/>
                    <a:pt x="310403" y="250344"/>
                    <a:pt x="314699" y="260155"/>
                  </a:cubicBezTo>
                  <a:cubicBezTo>
                    <a:pt x="316396" y="259519"/>
                    <a:pt x="320798" y="259041"/>
                    <a:pt x="322760" y="259201"/>
                  </a:cubicBezTo>
                  <a:cubicBezTo>
                    <a:pt x="319949" y="252147"/>
                    <a:pt x="314116" y="244298"/>
                    <a:pt x="308229" y="237457"/>
                  </a:cubicBezTo>
                  <a:lnTo>
                    <a:pt x="312737" y="232949"/>
                  </a:lnTo>
                  <a:lnTo>
                    <a:pt x="323980" y="244192"/>
                  </a:lnTo>
                  <a:cubicBezTo>
                    <a:pt x="324616" y="244828"/>
                    <a:pt x="324616" y="245147"/>
                    <a:pt x="324086" y="245783"/>
                  </a:cubicBezTo>
                  <a:cubicBezTo>
                    <a:pt x="323503" y="246367"/>
                    <a:pt x="321965" y="247904"/>
                    <a:pt x="320268" y="249389"/>
                  </a:cubicBezTo>
                  <a:cubicBezTo>
                    <a:pt x="322442" y="250185"/>
                    <a:pt x="325677" y="251935"/>
                    <a:pt x="327321" y="253261"/>
                  </a:cubicBezTo>
                  <a:cubicBezTo>
                    <a:pt x="330132" y="250450"/>
                    <a:pt x="331988" y="248381"/>
                    <a:pt x="332465" y="245889"/>
                  </a:cubicBezTo>
                  <a:cubicBezTo>
                    <a:pt x="333049" y="243503"/>
                    <a:pt x="331829" y="241540"/>
                    <a:pt x="329284" y="238995"/>
                  </a:cubicBezTo>
                  <a:lnTo>
                    <a:pt x="288236" y="197947"/>
                  </a:lnTo>
                  <a:moveTo>
                    <a:pt x="336019" y="229396"/>
                  </a:moveTo>
                  <a:lnTo>
                    <a:pt x="331193" y="224570"/>
                  </a:lnTo>
                  <a:cubicBezTo>
                    <a:pt x="333420" y="224570"/>
                    <a:pt x="336178" y="224676"/>
                    <a:pt x="337556" y="224994"/>
                  </a:cubicBezTo>
                  <a:cubicBezTo>
                    <a:pt x="337504" y="220804"/>
                    <a:pt x="336761" y="216244"/>
                    <a:pt x="335541" y="211630"/>
                  </a:cubicBezTo>
                  <a:cubicBezTo>
                    <a:pt x="339413" y="212319"/>
                    <a:pt x="342966" y="213115"/>
                    <a:pt x="345617" y="214069"/>
                  </a:cubicBezTo>
                  <a:lnTo>
                    <a:pt x="346360" y="207175"/>
                  </a:lnTo>
                  <a:lnTo>
                    <a:pt x="352300" y="213115"/>
                  </a:lnTo>
                  <a:lnTo>
                    <a:pt x="336019" y="229396"/>
                  </a:lnTo>
                  <a:moveTo>
                    <a:pt x="315707" y="209084"/>
                  </a:moveTo>
                  <a:cubicBezTo>
                    <a:pt x="319472" y="209350"/>
                    <a:pt x="323503" y="209774"/>
                    <a:pt x="327427" y="210304"/>
                  </a:cubicBezTo>
                  <a:cubicBezTo>
                    <a:pt x="328700" y="214652"/>
                    <a:pt x="329495" y="218948"/>
                    <a:pt x="329549" y="222926"/>
                  </a:cubicBezTo>
                  <a:lnTo>
                    <a:pt x="315707" y="209084"/>
                  </a:lnTo>
                  <a:moveTo>
                    <a:pt x="344716" y="205531"/>
                  </a:moveTo>
                  <a:cubicBezTo>
                    <a:pt x="341428" y="204682"/>
                    <a:pt x="337345" y="203993"/>
                    <a:pt x="332996" y="203462"/>
                  </a:cubicBezTo>
                  <a:cubicBezTo>
                    <a:pt x="330928" y="197894"/>
                    <a:pt x="328223" y="192326"/>
                    <a:pt x="325200" y="186970"/>
                  </a:cubicBezTo>
                  <a:lnTo>
                    <a:pt x="318783" y="190947"/>
                  </a:lnTo>
                  <a:cubicBezTo>
                    <a:pt x="321063" y="194712"/>
                    <a:pt x="323026" y="198584"/>
                    <a:pt x="324722" y="202508"/>
                  </a:cubicBezTo>
                  <a:cubicBezTo>
                    <a:pt x="321382" y="202243"/>
                    <a:pt x="318146" y="202084"/>
                    <a:pt x="315176" y="201978"/>
                  </a:cubicBezTo>
                  <a:lnTo>
                    <a:pt x="314381" y="207758"/>
                  </a:lnTo>
                  <a:lnTo>
                    <a:pt x="311040" y="204417"/>
                  </a:lnTo>
                  <a:lnTo>
                    <a:pt x="305206" y="210251"/>
                  </a:lnTo>
                  <a:lnTo>
                    <a:pt x="336019" y="241063"/>
                  </a:lnTo>
                  <a:lnTo>
                    <a:pt x="358133" y="218948"/>
                  </a:lnTo>
                  <a:lnTo>
                    <a:pt x="360308" y="221123"/>
                  </a:lnTo>
                  <a:lnTo>
                    <a:pt x="366088" y="215342"/>
                  </a:lnTo>
                  <a:lnTo>
                    <a:pt x="333049" y="182302"/>
                  </a:lnTo>
                  <a:lnTo>
                    <a:pt x="327268" y="188083"/>
                  </a:lnTo>
                  <a:lnTo>
                    <a:pt x="344716" y="205531"/>
                  </a:lnTo>
                  <a:moveTo>
                    <a:pt x="313904" y="183204"/>
                  </a:moveTo>
                  <a:cubicBezTo>
                    <a:pt x="310828" y="182038"/>
                    <a:pt x="305949" y="180764"/>
                    <a:pt x="302290" y="179863"/>
                  </a:cubicBezTo>
                  <a:lnTo>
                    <a:pt x="298577" y="187394"/>
                  </a:lnTo>
                  <a:cubicBezTo>
                    <a:pt x="301176" y="188189"/>
                    <a:pt x="304305" y="189091"/>
                    <a:pt x="307010" y="190099"/>
                  </a:cubicBezTo>
                  <a:lnTo>
                    <a:pt x="295024" y="202084"/>
                  </a:lnTo>
                  <a:lnTo>
                    <a:pt x="300911" y="207970"/>
                  </a:lnTo>
                  <a:lnTo>
                    <a:pt x="331087" y="177794"/>
                  </a:lnTo>
                  <a:lnTo>
                    <a:pt x="325200" y="171908"/>
                  </a:lnTo>
                  <a:lnTo>
                    <a:pt x="313904" y="183204"/>
                  </a:lnTo>
                  <a:moveTo>
                    <a:pt x="398545" y="168143"/>
                  </a:moveTo>
                  <a:lnTo>
                    <a:pt x="396953" y="161354"/>
                  </a:lnTo>
                  <a:cubicBezTo>
                    <a:pt x="389688" y="164908"/>
                    <a:pt x="378816" y="171961"/>
                    <a:pt x="370914" y="178378"/>
                  </a:cubicBezTo>
                  <a:lnTo>
                    <a:pt x="372134" y="185326"/>
                  </a:lnTo>
                  <a:cubicBezTo>
                    <a:pt x="379930" y="179120"/>
                    <a:pt x="390430" y="172438"/>
                    <a:pt x="397643" y="169044"/>
                  </a:cubicBezTo>
                  <a:lnTo>
                    <a:pt x="372559" y="194129"/>
                  </a:lnTo>
                  <a:lnTo>
                    <a:pt x="356861" y="178431"/>
                  </a:lnTo>
                  <a:cubicBezTo>
                    <a:pt x="359035" y="178802"/>
                    <a:pt x="361793" y="179651"/>
                    <a:pt x="363437" y="180446"/>
                  </a:cubicBezTo>
                  <a:cubicBezTo>
                    <a:pt x="365611" y="176893"/>
                    <a:pt x="367679" y="173022"/>
                    <a:pt x="369430" y="169044"/>
                  </a:cubicBezTo>
                  <a:lnTo>
                    <a:pt x="370172" y="173711"/>
                  </a:lnTo>
                  <a:cubicBezTo>
                    <a:pt x="375581" y="170211"/>
                    <a:pt x="383112" y="166499"/>
                    <a:pt x="387673" y="164801"/>
                  </a:cubicBezTo>
                  <a:lnTo>
                    <a:pt x="386347" y="158384"/>
                  </a:lnTo>
                  <a:cubicBezTo>
                    <a:pt x="382051" y="160028"/>
                    <a:pt x="375528" y="163476"/>
                    <a:pt x="370437" y="166764"/>
                  </a:cubicBezTo>
                  <a:cubicBezTo>
                    <a:pt x="371233" y="164696"/>
                    <a:pt x="372028" y="162627"/>
                    <a:pt x="372664" y="160506"/>
                  </a:cubicBezTo>
                  <a:cubicBezTo>
                    <a:pt x="378869" y="158543"/>
                    <a:pt x="384968" y="155627"/>
                    <a:pt x="390536" y="151967"/>
                  </a:cubicBezTo>
                  <a:cubicBezTo>
                    <a:pt x="390006" y="150271"/>
                    <a:pt x="389476" y="147407"/>
                    <a:pt x="389317" y="145126"/>
                  </a:cubicBezTo>
                  <a:lnTo>
                    <a:pt x="405439" y="161248"/>
                  </a:lnTo>
                  <a:lnTo>
                    <a:pt x="398545" y="168143"/>
                  </a:lnTo>
                  <a:moveTo>
                    <a:pt x="349595" y="148255"/>
                  </a:moveTo>
                  <a:cubicBezTo>
                    <a:pt x="350921" y="154778"/>
                    <a:pt x="350338" y="162787"/>
                    <a:pt x="348481" y="169522"/>
                  </a:cubicBezTo>
                  <a:cubicBezTo>
                    <a:pt x="350497" y="169204"/>
                    <a:pt x="354368" y="169044"/>
                    <a:pt x="356330" y="169097"/>
                  </a:cubicBezTo>
                  <a:cubicBezTo>
                    <a:pt x="356701" y="167347"/>
                    <a:pt x="357020" y="165438"/>
                    <a:pt x="357179" y="163476"/>
                  </a:cubicBezTo>
                  <a:cubicBezTo>
                    <a:pt x="359353" y="163423"/>
                    <a:pt x="361634" y="163157"/>
                    <a:pt x="364020" y="162787"/>
                  </a:cubicBezTo>
                  <a:cubicBezTo>
                    <a:pt x="361846" y="167824"/>
                    <a:pt x="358982" y="172916"/>
                    <a:pt x="355906" y="177476"/>
                  </a:cubicBezTo>
                  <a:lnTo>
                    <a:pt x="338140" y="159710"/>
                  </a:lnTo>
                  <a:lnTo>
                    <a:pt x="349595" y="148255"/>
                  </a:lnTo>
                  <a:moveTo>
                    <a:pt x="368687" y="146558"/>
                  </a:moveTo>
                  <a:cubicBezTo>
                    <a:pt x="368369" y="149316"/>
                    <a:pt x="367838" y="152180"/>
                    <a:pt x="366778" y="155150"/>
                  </a:cubicBezTo>
                  <a:cubicBezTo>
                    <a:pt x="363914" y="156104"/>
                    <a:pt x="361103" y="156581"/>
                    <a:pt x="358505" y="156740"/>
                  </a:cubicBezTo>
                  <a:lnTo>
                    <a:pt x="368687" y="146558"/>
                  </a:lnTo>
                  <a:moveTo>
                    <a:pt x="388521" y="144331"/>
                  </a:moveTo>
                  <a:cubicBezTo>
                    <a:pt x="384173" y="147301"/>
                    <a:pt x="379505" y="150058"/>
                    <a:pt x="374892" y="152126"/>
                  </a:cubicBezTo>
                  <a:cubicBezTo>
                    <a:pt x="376006" y="146028"/>
                    <a:pt x="376271" y="140035"/>
                    <a:pt x="375104" y="134626"/>
                  </a:cubicBezTo>
                  <a:lnTo>
                    <a:pt x="369430" y="136058"/>
                  </a:lnTo>
                  <a:lnTo>
                    <a:pt x="368740" y="137171"/>
                  </a:lnTo>
                  <a:lnTo>
                    <a:pt x="357179" y="148733"/>
                  </a:lnTo>
                  <a:cubicBezTo>
                    <a:pt x="357020" y="147301"/>
                    <a:pt x="356755" y="145869"/>
                    <a:pt x="356489" y="144543"/>
                  </a:cubicBezTo>
                  <a:lnTo>
                    <a:pt x="350390" y="147460"/>
                  </a:lnTo>
                  <a:lnTo>
                    <a:pt x="371020" y="126830"/>
                  </a:lnTo>
                  <a:lnTo>
                    <a:pt x="388521" y="144331"/>
                  </a:lnTo>
                  <a:moveTo>
                    <a:pt x="326420" y="160082"/>
                  </a:moveTo>
                  <a:lnTo>
                    <a:pt x="373990" y="207652"/>
                  </a:lnTo>
                  <a:lnTo>
                    <a:pt x="380036" y="201607"/>
                  </a:lnTo>
                  <a:lnTo>
                    <a:pt x="378127" y="199697"/>
                  </a:lnTo>
                  <a:lnTo>
                    <a:pt x="411007" y="166817"/>
                  </a:lnTo>
                  <a:lnTo>
                    <a:pt x="412916" y="168726"/>
                  </a:lnTo>
                  <a:lnTo>
                    <a:pt x="419281" y="162362"/>
                  </a:lnTo>
                  <a:lnTo>
                    <a:pt x="371710" y="114791"/>
                  </a:lnTo>
                  <a:lnTo>
                    <a:pt x="326420" y="160082"/>
                  </a:lnTo>
                  <a:moveTo>
                    <a:pt x="274765" y="424822"/>
                  </a:moveTo>
                  <a:lnTo>
                    <a:pt x="281819" y="417769"/>
                  </a:lnTo>
                  <a:lnTo>
                    <a:pt x="265432" y="401382"/>
                  </a:lnTo>
                  <a:cubicBezTo>
                    <a:pt x="261719" y="397670"/>
                    <a:pt x="255620" y="392843"/>
                    <a:pt x="251537" y="389503"/>
                  </a:cubicBezTo>
                  <a:lnTo>
                    <a:pt x="251749" y="389290"/>
                  </a:lnTo>
                  <a:lnTo>
                    <a:pt x="264106" y="395389"/>
                  </a:lnTo>
                  <a:lnTo>
                    <a:pt x="286698" y="405784"/>
                  </a:lnTo>
                  <a:lnTo>
                    <a:pt x="291206" y="401276"/>
                  </a:lnTo>
                  <a:lnTo>
                    <a:pt x="280758" y="378737"/>
                  </a:lnTo>
                  <a:lnTo>
                    <a:pt x="274712" y="366327"/>
                  </a:lnTo>
                  <a:lnTo>
                    <a:pt x="274978" y="366062"/>
                  </a:lnTo>
                  <a:cubicBezTo>
                    <a:pt x="278266" y="370198"/>
                    <a:pt x="283145" y="376244"/>
                    <a:pt x="286857" y="379957"/>
                  </a:cubicBezTo>
                  <a:lnTo>
                    <a:pt x="303244" y="396344"/>
                  </a:lnTo>
                  <a:lnTo>
                    <a:pt x="310403" y="389184"/>
                  </a:lnTo>
                  <a:lnTo>
                    <a:pt x="271106" y="349887"/>
                  </a:lnTo>
                  <a:lnTo>
                    <a:pt x="262409" y="358584"/>
                  </a:lnTo>
                  <a:lnTo>
                    <a:pt x="274288" y="383510"/>
                  </a:lnTo>
                  <a:cubicBezTo>
                    <a:pt x="275879" y="386798"/>
                    <a:pt x="277789" y="390086"/>
                    <a:pt x="279433" y="393427"/>
                  </a:cubicBezTo>
                  <a:lnTo>
                    <a:pt x="279167" y="393692"/>
                  </a:lnTo>
                  <a:cubicBezTo>
                    <a:pt x="275879" y="391995"/>
                    <a:pt x="272538" y="390139"/>
                    <a:pt x="269250" y="388548"/>
                  </a:cubicBezTo>
                  <a:lnTo>
                    <a:pt x="244165" y="376828"/>
                  </a:lnTo>
                  <a:lnTo>
                    <a:pt x="235468" y="385525"/>
                  </a:lnTo>
                  <a:lnTo>
                    <a:pt x="274765" y="424822"/>
                  </a:lnTo>
                  <a:moveTo>
                    <a:pt x="319394" y="380194"/>
                  </a:moveTo>
                  <a:lnTo>
                    <a:pt x="327190" y="372398"/>
                  </a:lnTo>
                  <a:lnTo>
                    <a:pt x="297491" y="342700"/>
                  </a:lnTo>
                  <a:lnTo>
                    <a:pt x="289695" y="350496"/>
                  </a:lnTo>
                  <a:lnTo>
                    <a:pt x="319394" y="380194"/>
                  </a:lnTo>
                  <a:moveTo>
                    <a:pt x="288847" y="341798"/>
                  </a:moveTo>
                  <a:cubicBezTo>
                    <a:pt x="291498" y="339147"/>
                    <a:pt x="291657" y="335594"/>
                    <a:pt x="289058" y="332995"/>
                  </a:cubicBezTo>
                  <a:cubicBezTo>
                    <a:pt x="286513" y="330449"/>
                    <a:pt x="282960" y="330608"/>
                    <a:pt x="280308" y="333260"/>
                  </a:cubicBezTo>
                  <a:cubicBezTo>
                    <a:pt x="277604" y="335965"/>
                    <a:pt x="277444" y="339518"/>
                    <a:pt x="279990" y="342064"/>
                  </a:cubicBezTo>
                  <a:cubicBezTo>
                    <a:pt x="282589" y="344662"/>
                    <a:pt x="286142" y="344503"/>
                    <a:pt x="288847" y="341798"/>
                  </a:cubicBezTo>
                  <a:moveTo>
                    <a:pt x="335500" y="364088"/>
                  </a:moveTo>
                  <a:lnTo>
                    <a:pt x="343296" y="356292"/>
                  </a:lnTo>
                  <a:lnTo>
                    <a:pt x="322879" y="335874"/>
                  </a:lnTo>
                  <a:cubicBezTo>
                    <a:pt x="322879" y="331525"/>
                    <a:pt x="323249" y="328820"/>
                    <a:pt x="325689" y="326381"/>
                  </a:cubicBezTo>
                  <a:cubicBezTo>
                    <a:pt x="328606" y="323464"/>
                    <a:pt x="331470" y="323783"/>
                    <a:pt x="336083" y="328396"/>
                  </a:cubicBezTo>
                  <a:lnTo>
                    <a:pt x="353638" y="345950"/>
                  </a:lnTo>
                  <a:lnTo>
                    <a:pt x="361433" y="338155"/>
                  </a:lnTo>
                  <a:lnTo>
                    <a:pt x="342925" y="319646"/>
                  </a:lnTo>
                  <a:cubicBezTo>
                    <a:pt x="335447" y="312169"/>
                    <a:pt x="328235" y="310471"/>
                    <a:pt x="321818" y="316888"/>
                  </a:cubicBezTo>
                  <a:cubicBezTo>
                    <a:pt x="317787" y="320919"/>
                    <a:pt x="316886" y="326063"/>
                    <a:pt x="316832" y="331207"/>
                  </a:cubicBezTo>
                  <a:lnTo>
                    <a:pt x="316673" y="331366"/>
                  </a:lnTo>
                  <a:lnTo>
                    <a:pt x="312166" y="328025"/>
                  </a:lnTo>
                  <a:lnTo>
                    <a:pt x="305802" y="334389"/>
                  </a:lnTo>
                  <a:lnTo>
                    <a:pt x="335500" y="364088"/>
                  </a:lnTo>
                  <a:moveTo>
                    <a:pt x="380665" y="320408"/>
                  </a:moveTo>
                  <a:cubicBezTo>
                    <a:pt x="383740" y="317332"/>
                    <a:pt x="385013" y="312665"/>
                    <a:pt x="385066" y="308370"/>
                  </a:cubicBezTo>
                  <a:lnTo>
                    <a:pt x="385279" y="308158"/>
                  </a:lnTo>
                  <a:lnTo>
                    <a:pt x="388937" y="310650"/>
                  </a:lnTo>
                  <a:lnTo>
                    <a:pt x="395249" y="304339"/>
                  </a:lnTo>
                  <a:lnTo>
                    <a:pt x="352928" y="262019"/>
                  </a:lnTo>
                  <a:lnTo>
                    <a:pt x="345185" y="269762"/>
                  </a:lnTo>
                  <a:lnTo>
                    <a:pt x="355633" y="280209"/>
                  </a:lnTo>
                  <a:lnTo>
                    <a:pt x="360565" y="284611"/>
                  </a:lnTo>
                  <a:cubicBezTo>
                    <a:pt x="356482" y="284770"/>
                    <a:pt x="353140" y="285566"/>
                    <a:pt x="349799" y="288907"/>
                  </a:cubicBezTo>
                  <a:cubicBezTo>
                    <a:pt x="343382" y="295324"/>
                    <a:pt x="343276" y="307309"/>
                    <a:pt x="352928" y="316961"/>
                  </a:cubicBezTo>
                  <a:cubicBezTo>
                    <a:pt x="362686" y="326719"/>
                    <a:pt x="373293" y="327780"/>
                    <a:pt x="380665" y="320408"/>
                  </a:cubicBezTo>
                  <a:moveTo>
                    <a:pt x="376263" y="311976"/>
                  </a:moveTo>
                  <a:cubicBezTo>
                    <a:pt x="372338" y="315901"/>
                    <a:pt x="367035" y="315052"/>
                    <a:pt x="360883" y="308900"/>
                  </a:cubicBezTo>
                  <a:cubicBezTo>
                    <a:pt x="354943" y="302960"/>
                    <a:pt x="354572" y="296968"/>
                    <a:pt x="357913" y="293627"/>
                  </a:cubicBezTo>
                  <a:cubicBezTo>
                    <a:pt x="359770" y="291770"/>
                    <a:pt x="362262" y="290444"/>
                    <a:pt x="365709" y="290285"/>
                  </a:cubicBezTo>
                  <a:lnTo>
                    <a:pt x="378755" y="303332"/>
                  </a:lnTo>
                  <a:cubicBezTo>
                    <a:pt x="379232" y="307309"/>
                    <a:pt x="378331" y="309908"/>
                    <a:pt x="376263" y="311976"/>
                  </a:cubicBezTo>
                  <a:moveTo>
                    <a:pt x="404240" y="295348"/>
                  </a:moveTo>
                  <a:lnTo>
                    <a:pt x="411294" y="288294"/>
                  </a:lnTo>
                  <a:lnTo>
                    <a:pt x="394907" y="271907"/>
                  </a:lnTo>
                  <a:cubicBezTo>
                    <a:pt x="391195" y="268195"/>
                    <a:pt x="385096" y="263368"/>
                    <a:pt x="381012" y="260027"/>
                  </a:cubicBezTo>
                  <a:lnTo>
                    <a:pt x="381224" y="259815"/>
                  </a:lnTo>
                  <a:lnTo>
                    <a:pt x="393581" y="265914"/>
                  </a:lnTo>
                  <a:lnTo>
                    <a:pt x="416173" y="276308"/>
                  </a:lnTo>
                  <a:lnTo>
                    <a:pt x="420681" y="271801"/>
                  </a:lnTo>
                  <a:lnTo>
                    <a:pt x="410233" y="249262"/>
                  </a:lnTo>
                  <a:lnTo>
                    <a:pt x="404188" y="236852"/>
                  </a:lnTo>
                  <a:lnTo>
                    <a:pt x="404453" y="236587"/>
                  </a:lnTo>
                  <a:cubicBezTo>
                    <a:pt x="407741" y="240724"/>
                    <a:pt x="412620" y="246769"/>
                    <a:pt x="416332" y="250481"/>
                  </a:cubicBezTo>
                  <a:lnTo>
                    <a:pt x="432719" y="266869"/>
                  </a:lnTo>
                  <a:lnTo>
                    <a:pt x="439879" y="259709"/>
                  </a:lnTo>
                  <a:lnTo>
                    <a:pt x="400581" y="220412"/>
                  </a:lnTo>
                  <a:lnTo>
                    <a:pt x="391884" y="229109"/>
                  </a:lnTo>
                  <a:lnTo>
                    <a:pt x="403763" y="254035"/>
                  </a:lnTo>
                  <a:cubicBezTo>
                    <a:pt x="405354" y="257323"/>
                    <a:pt x="407263" y="260611"/>
                    <a:pt x="408907" y="263952"/>
                  </a:cubicBezTo>
                  <a:lnTo>
                    <a:pt x="408643" y="264217"/>
                  </a:lnTo>
                  <a:cubicBezTo>
                    <a:pt x="405354" y="262520"/>
                    <a:pt x="402013" y="260664"/>
                    <a:pt x="398725" y="259073"/>
                  </a:cubicBezTo>
                  <a:lnTo>
                    <a:pt x="373640" y="247352"/>
                  </a:lnTo>
                  <a:lnTo>
                    <a:pt x="364943" y="256050"/>
                  </a:lnTo>
                  <a:lnTo>
                    <a:pt x="404240" y="295348"/>
                  </a:lnTo>
                  <a:moveTo>
                    <a:pt x="456929" y="244143"/>
                  </a:moveTo>
                  <a:cubicBezTo>
                    <a:pt x="460324" y="240749"/>
                    <a:pt x="461597" y="236082"/>
                    <a:pt x="461968" y="231256"/>
                  </a:cubicBezTo>
                  <a:lnTo>
                    <a:pt x="462180" y="231044"/>
                  </a:lnTo>
                  <a:lnTo>
                    <a:pt x="465892" y="233696"/>
                  </a:lnTo>
                  <a:lnTo>
                    <a:pt x="472256" y="227332"/>
                  </a:lnTo>
                  <a:lnTo>
                    <a:pt x="454915" y="209990"/>
                  </a:lnTo>
                  <a:cubicBezTo>
                    <a:pt x="446323" y="201398"/>
                    <a:pt x="437944" y="200762"/>
                    <a:pt x="430413" y="208293"/>
                  </a:cubicBezTo>
                  <a:cubicBezTo>
                    <a:pt x="425746" y="212960"/>
                    <a:pt x="423254" y="218953"/>
                    <a:pt x="421928" y="224627"/>
                  </a:cubicBezTo>
                  <a:lnTo>
                    <a:pt x="429883" y="226960"/>
                  </a:lnTo>
                  <a:cubicBezTo>
                    <a:pt x="431050" y="222612"/>
                    <a:pt x="432481" y="218740"/>
                    <a:pt x="435239" y="215983"/>
                  </a:cubicBezTo>
                  <a:cubicBezTo>
                    <a:pt x="438898" y="212323"/>
                    <a:pt x="442399" y="213278"/>
                    <a:pt x="445475" y="216035"/>
                  </a:cubicBezTo>
                  <a:cubicBezTo>
                    <a:pt x="434762" y="229294"/>
                    <a:pt x="432959" y="237779"/>
                    <a:pt x="439323" y="244143"/>
                  </a:cubicBezTo>
                  <a:cubicBezTo>
                    <a:pt x="444361" y="249181"/>
                    <a:pt x="451627" y="249446"/>
                    <a:pt x="456929" y="244143"/>
                  </a:cubicBezTo>
                  <a:moveTo>
                    <a:pt x="453376" y="235499"/>
                  </a:moveTo>
                  <a:cubicBezTo>
                    <a:pt x="451096" y="237779"/>
                    <a:pt x="448444" y="238415"/>
                    <a:pt x="446111" y="236082"/>
                  </a:cubicBezTo>
                  <a:cubicBezTo>
                    <a:pt x="443459" y="233431"/>
                    <a:pt x="443884" y="228976"/>
                    <a:pt x="450248" y="220808"/>
                  </a:cubicBezTo>
                  <a:lnTo>
                    <a:pt x="456240" y="226801"/>
                  </a:lnTo>
                  <a:cubicBezTo>
                    <a:pt x="456187" y="230567"/>
                    <a:pt x="455604" y="233272"/>
                    <a:pt x="453376" y="235499"/>
                  </a:cubicBezTo>
                  <a:moveTo>
                    <a:pt x="489430" y="211643"/>
                  </a:moveTo>
                  <a:cubicBezTo>
                    <a:pt x="497172" y="203900"/>
                    <a:pt x="497066" y="195628"/>
                    <a:pt x="491869" y="190430"/>
                  </a:cubicBezTo>
                  <a:cubicBezTo>
                    <a:pt x="486353" y="184915"/>
                    <a:pt x="480043" y="187301"/>
                    <a:pt x="474633" y="189741"/>
                  </a:cubicBezTo>
                  <a:cubicBezTo>
                    <a:pt x="470338" y="191703"/>
                    <a:pt x="466784" y="193665"/>
                    <a:pt x="464610" y="191491"/>
                  </a:cubicBezTo>
                  <a:cubicBezTo>
                    <a:pt x="462913" y="189794"/>
                    <a:pt x="463019" y="187354"/>
                    <a:pt x="465724" y="184649"/>
                  </a:cubicBezTo>
                  <a:cubicBezTo>
                    <a:pt x="467898" y="182475"/>
                    <a:pt x="470974" y="181415"/>
                    <a:pt x="474633" y="180831"/>
                  </a:cubicBezTo>
                  <a:lnTo>
                    <a:pt x="473413" y="172611"/>
                  </a:lnTo>
                  <a:cubicBezTo>
                    <a:pt x="469118" y="173194"/>
                    <a:pt x="463973" y="174733"/>
                    <a:pt x="459678" y="179028"/>
                  </a:cubicBezTo>
                  <a:cubicBezTo>
                    <a:pt x="452890" y="185816"/>
                    <a:pt x="452359" y="193877"/>
                    <a:pt x="457663" y="199181"/>
                  </a:cubicBezTo>
                  <a:cubicBezTo>
                    <a:pt x="462648" y="204166"/>
                    <a:pt x="469118" y="202256"/>
                    <a:pt x="474315" y="199923"/>
                  </a:cubicBezTo>
                  <a:cubicBezTo>
                    <a:pt x="478664" y="198014"/>
                    <a:pt x="482747" y="195946"/>
                    <a:pt x="484975" y="198173"/>
                  </a:cubicBezTo>
                  <a:cubicBezTo>
                    <a:pt x="486831" y="200029"/>
                    <a:pt x="486778" y="202628"/>
                    <a:pt x="483808" y="205598"/>
                  </a:cubicBezTo>
                  <a:cubicBezTo>
                    <a:pt x="481050" y="208355"/>
                    <a:pt x="477338" y="209734"/>
                    <a:pt x="472618" y="210317"/>
                  </a:cubicBezTo>
                  <a:lnTo>
                    <a:pt x="473944" y="218750"/>
                  </a:lnTo>
                  <a:cubicBezTo>
                    <a:pt x="479353" y="218219"/>
                    <a:pt x="485452" y="215621"/>
                    <a:pt x="489430" y="211643"/>
                  </a:cubicBezTo>
                  <a:moveTo>
                    <a:pt x="516830" y="184243"/>
                  </a:moveTo>
                  <a:cubicBezTo>
                    <a:pt x="519429" y="181644"/>
                    <a:pt x="520914" y="178992"/>
                    <a:pt x="521975" y="176871"/>
                  </a:cubicBezTo>
                  <a:lnTo>
                    <a:pt x="515027" y="172469"/>
                  </a:lnTo>
                  <a:cubicBezTo>
                    <a:pt x="514550" y="173582"/>
                    <a:pt x="513701" y="175067"/>
                    <a:pt x="512747" y="176022"/>
                  </a:cubicBezTo>
                  <a:cubicBezTo>
                    <a:pt x="510095" y="178674"/>
                    <a:pt x="507125" y="178462"/>
                    <a:pt x="503731" y="175067"/>
                  </a:cubicBezTo>
                  <a:lnTo>
                    <a:pt x="490579" y="161915"/>
                  </a:lnTo>
                  <a:lnTo>
                    <a:pt x="497897" y="154597"/>
                  </a:lnTo>
                  <a:lnTo>
                    <a:pt x="491746" y="148445"/>
                  </a:lnTo>
                  <a:lnTo>
                    <a:pt x="484427" y="155764"/>
                  </a:lnTo>
                  <a:lnTo>
                    <a:pt x="476419" y="147755"/>
                  </a:lnTo>
                  <a:lnTo>
                    <a:pt x="469949" y="154226"/>
                  </a:lnTo>
                  <a:lnTo>
                    <a:pt x="477056" y="163135"/>
                  </a:lnTo>
                  <a:lnTo>
                    <a:pt x="472813" y="168120"/>
                  </a:lnTo>
                  <a:lnTo>
                    <a:pt x="478594" y="173901"/>
                  </a:lnTo>
                  <a:lnTo>
                    <a:pt x="482783" y="169711"/>
                  </a:lnTo>
                  <a:lnTo>
                    <a:pt x="495935" y="182863"/>
                  </a:lnTo>
                  <a:cubicBezTo>
                    <a:pt x="502565" y="189493"/>
                    <a:pt x="509777" y="191296"/>
                    <a:pt x="516830" y="184243"/>
                  </a:cubicBezTo>
                  <a:moveTo>
                    <a:pt x="540184" y="160888"/>
                  </a:moveTo>
                  <a:cubicBezTo>
                    <a:pt x="543844" y="157229"/>
                    <a:pt x="546336" y="152191"/>
                    <a:pt x="547238" y="147259"/>
                  </a:cubicBezTo>
                  <a:lnTo>
                    <a:pt x="539813" y="145138"/>
                  </a:lnTo>
                  <a:cubicBezTo>
                    <a:pt x="539018" y="148585"/>
                    <a:pt x="537639" y="151448"/>
                    <a:pt x="535199" y="153888"/>
                  </a:cubicBezTo>
                  <a:cubicBezTo>
                    <a:pt x="530798" y="158290"/>
                    <a:pt x="525070" y="158926"/>
                    <a:pt x="519554" y="154684"/>
                  </a:cubicBezTo>
                  <a:lnTo>
                    <a:pt x="537851" y="136387"/>
                  </a:lnTo>
                  <a:cubicBezTo>
                    <a:pt x="537374" y="135485"/>
                    <a:pt x="536101" y="133895"/>
                    <a:pt x="534616" y="132410"/>
                  </a:cubicBezTo>
                  <a:cubicBezTo>
                    <a:pt x="526449" y="124243"/>
                    <a:pt x="516214" y="122492"/>
                    <a:pt x="508046" y="130660"/>
                  </a:cubicBezTo>
                  <a:cubicBezTo>
                    <a:pt x="500993" y="137713"/>
                    <a:pt x="500198" y="150494"/>
                    <a:pt x="509797" y="160093"/>
                  </a:cubicBezTo>
                  <a:cubicBezTo>
                    <a:pt x="519608" y="169904"/>
                    <a:pt x="531858" y="169214"/>
                    <a:pt x="540184" y="160888"/>
                  </a:cubicBezTo>
                  <a:moveTo>
                    <a:pt x="514252" y="149593"/>
                  </a:moveTo>
                  <a:cubicBezTo>
                    <a:pt x="510539" y="144713"/>
                    <a:pt x="511069" y="139728"/>
                    <a:pt x="514198" y="136599"/>
                  </a:cubicBezTo>
                  <a:cubicBezTo>
                    <a:pt x="518017" y="132781"/>
                    <a:pt x="522365" y="133523"/>
                    <a:pt x="526343" y="137501"/>
                  </a:cubicBezTo>
                  <a:lnTo>
                    <a:pt x="514252" y="149593"/>
                  </a:lnTo>
                  <a:moveTo>
                    <a:pt x="557317" y="142271"/>
                  </a:moveTo>
                  <a:lnTo>
                    <a:pt x="565113" y="134475"/>
                  </a:lnTo>
                  <a:lnTo>
                    <a:pt x="547400" y="116762"/>
                  </a:lnTo>
                  <a:cubicBezTo>
                    <a:pt x="544748" y="110822"/>
                    <a:pt x="546021" y="106474"/>
                    <a:pt x="548354" y="104140"/>
                  </a:cubicBezTo>
                  <a:cubicBezTo>
                    <a:pt x="549574" y="102920"/>
                    <a:pt x="550582" y="102231"/>
                    <a:pt x="551960" y="101488"/>
                  </a:cubicBezTo>
                  <a:lnTo>
                    <a:pt x="546551" y="93427"/>
                  </a:lnTo>
                  <a:cubicBezTo>
                    <a:pt x="545279" y="93958"/>
                    <a:pt x="544059" y="94647"/>
                    <a:pt x="542415" y="96291"/>
                  </a:cubicBezTo>
                  <a:cubicBezTo>
                    <a:pt x="539339" y="99367"/>
                    <a:pt x="538278" y="104671"/>
                    <a:pt x="539975" y="110716"/>
                  </a:cubicBezTo>
                  <a:lnTo>
                    <a:pt x="539816" y="110875"/>
                  </a:lnTo>
                  <a:lnTo>
                    <a:pt x="533983" y="106208"/>
                  </a:lnTo>
                  <a:lnTo>
                    <a:pt x="527618" y="112573"/>
                  </a:lnTo>
                  <a:lnTo>
                    <a:pt x="557317" y="142271"/>
                  </a:lnTo>
                </a:path>
              </a:pathLst>
            </a:custGeom>
            <a:solidFill>
              <a:srgbClr val="999999">
                <a:alpha val="30000"/>
              </a:srgbClr>
            </a:solidFill>
          </p:spPr>
        </p:sp>
        <p:sp>
          <p:nvSpPr>
            <p:cNvPr id="198" name="shape198"/>
            <p:cNvSpPr/>
            <p:nvPr/>
          </p:nvSpPr>
          <p:spPr>
            <a:xfrm>
              <a:off x="5263974" y="3569843"/>
              <a:ext cx="192000" cy="192000"/>
            </a:xfrm>
            <a:custGeom>
              <a:avLst/>
              <a:gdLst/>
              <a:ahLst/>
              <a:cxnLst/>
              <a:rect l="0" t="0" r="0" b="0"/>
              <a:pathLst>
                <a:path w="192000" h="192000">
                  <a:moveTo>
                    <a:pt x="83426" y="386789"/>
                  </a:moveTo>
                  <a:lnTo>
                    <a:pt x="51606" y="418609"/>
                  </a:lnTo>
                  <a:cubicBezTo>
                    <a:pt x="43204" y="427012"/>
                    <a:pt x="37083" y="433137"/>
                    <a:pt x="32653" y="438356"/>
                  </a:cubicBezTo>
                  <a:cubicBezTo>
                    <a:pt x="28254" y="443537"/>
                    <a:pt x="25770" y="447547"/>
                    <a:pt x="24445" y="451623"/>
                  </a:cubicBezTo>
                  <a:cubicBezTo>
                    <a:pt x="21968" y="459248"/>
                    <a:pt x="21968" y="467463"/>
                    <a:pt x="24445" y="475089"/>
                  </a:cubicBezTo>
                  <a:cubicBezTo>
                    <a:pt x="25770" y="479164"/>
                    <a:pt x="28254" y="483175"/>
                    <a:pt x="32653" y="488356"/>
                  </a:cubicBezTo>
                  <a:cubicBezTo>
                    <a:pt x="37083" y="493574"/>
                    <a:pt x="43204" y="499700"/>
                    <a:pt x="51606" y="508102"/>
                  </a:cubicBezTo>
                  <a:lnTo>
                    <a:pt x="83426" y="539922"/>
                  </a:lnTo>
                  <a:cubicBezTo>
                    <a:pt x="91829" y="548325"/>
                    <a:pt x="97954" y="554445"/>
                    <a:pt x="103173" y="558875"/>
                  </a:cubicBezTo>
                  <a:cubicBezTo>
                    <a:pt x="108354" y="563274"/>
                    <a:pt x="112364" y="565759"/>
                    <a:pt x="116440" y="567083"/>
                  </a:cubicBezTo>
                  <a:cubicBezTo>
                    <a:pt x="124066" y="569561"/>
                    <a:pt x="132280" y="569561"/>
                    <a:pt x="139906" y="567083"/>
                  </a:cubicBezTo>
                  <a:cubicBezTo>
                    <a:pt x="143981" y="565759"/>
                    <a:pt x="147992" y="563274"/>
                    <a:pt x="153173" y="558875"/>
                  </a:cubicBezTo>
                  <a:cubicBezTo>
                    <a:pt x="158392" y="554445"/>
                    <a:pt x="164516" y="548325"/>
                    <a:pt x="172919" y="539922"/>
                  </a:cubicBezTo>
                  <a:lnTo>
                    <a:pt x="204739" y="508102"/>
                  </a:lnTo>
                  <a:cubicBezTo>
                    <a:pt x="213142" y="499700"/>
                    <a:pt x="219262" y="493574"/>
                    <a:pt x="223693" y="488356"/>
                  </a:cubicBezTo>
                  <a:cubicBezTo>
                    <a:pt x="228091" y="483175"/>
                    <a:pt x="230576" y="479164"/>
                    <a:pt x="231900" y="475088"/>
                  </a:cubicBezTo>
                  <a:cubicBezTo>
                    <a:pt x="234378" y="467463"/>
                    <a:pt x="234378" y="459248"/>
                    <a:pt x="231900" y="451623"/>
                  </a:cubicBezTo>
                  <a:cubicBezTo>
                    <a:pt x="230576" y="447547"/>
                    <a:pt x="228091" y="443537"/>
                    <a:pt x="223693" y="438356"/>
                  </a:cubicBezTo>
                  <a:cubicBezTo>
                    <a:pt x="219262" y="433137"/>
                    <a:pt x="213142" y="427012"/>
                    <a:pt x="204739" y="418609"/>
                  </a:cubicBezTo>
                  <a:lnTo>
                    <a:pt x="172919" y="386789"/>
                  </a:lnTo>
                  <a:cubicBezTo>
                    <a:pt x="164516" y="378386"/>
                    <a:pt x="158392" y="372266"/>
                    <a:pt x="153173" y="367836"/>
                  </a:cubicBezTo>
                  <a:cubicBezTo>
                    <a:pt x="147992" y="363437"/>
                    <a:pt x="143981" y="360952"/>
                    <a:pt x="139906" y="359628"/>
                  </a:cubicBezTo>
                  <a:cubicBezTo>
                    <a:pt x="132280" y="357151"/>
                    <a:pt x="124066" y="357151"/>
                    <a:pt x="116440" y="359628"/>
                  </a:cubicBezTo>
                  <a:cubicBezTo>
                    <a:pt x="112364" y="360952"/>
                    <a:pt x="108354" y="363437"/>
                    <a:pt x="103173" y="367836"/>
                  </a:cubicBezTo>
                  <a:cubicBezTo>
                    <a:pt x="97954" y="372266"/>
                    <a:pt x="91829" y="378386"/>
                    <a:pt x="83426" y="386789"/>
                  </a:cubicBezTo>
                  <a:moveTo>
                    <a:pt x="20433" y="476392"/>
                  </a:moveTo>
                  <a:cubicBezTo>
                    <a:pt x="23563" y="486025"/>
                    <a:pt x="31916" y="494378"/>
                    <a:pt x="48623" y="511085"/>
                  </a:cubicBezTo>
                  <a:lnTo>
                    <a:pt x="80443" y="542905"/>
                  </a:lnTo>
                  <a:cubicBezTo>
                    <a:pt x="97150" y="559612"/>
                    <a:pt x="105503" y="567965"/>
                    <a:pt x="115136" y="571096"/>
                  </a:cubicBezTo>
                  <a:cubicBezTo>
                    <a:pt x="123609" y="573848"/>
                    <a:pt x="132736" y="573848"/>
                    <a:pt x="141209" y="571096"/>
                  </a:cubicBezTo>
                  <a:cubicBezTo>
                    <a:pt x="150842" y="567965"/>
                    <a:pt x="159196" y="559612"/>
                    <a:pt x="175903" y="542905"/>
                  </a:cubicBezTo>
                  <a:lnTo>
                    <a:pt x="207722" y="511085"/>
                  </a:lnTo>
                  <a:cubicBezTo>
                    <a:pt x="224429" y="494378"/>
                    <a:pt x="232783" y="486025"/>
                    <a:pt x="235913" y="476392"/>
                  </a:cubicBezTo>
                  <a:cubicBezTo>
                    <a:pt x="238666" y="467919"/>
                    <a:pt x="238666" y="458792"/>
                    <a:pt x="235913" y="450319"/>
                  </a:cubicBezTo>
                  <a:cubicBezTo>
                    <a:pt x="232783" y="440686"/>
                    <a:pt x="224429" y="432333"/>
                    <a:pt x="207722" y="415626"/>
                  </a:cubicBezTo>
                  <a:lnTo>
                    <a:pt x="175903" y="383806"/>
                  </a:lnTo>
                  <a:cubicBezTo>
                    <a:pt x="159196" y="367099"/>
                    <a:pt x="150842" y="358746"/>
                    <a:pt x="141209" y="355616"/>
                  </a:cubicBezTo>
                  <a:cubicBezTo>
                    <a:pt x="132736" y="352863"/>
                    <a:pt x="123609" y="352863"/>
                    <a:pt x="115136" y="355616"/>
                  </a:cubicBezTo>
                  <a:cubicBezTo>
                    <a:pt x="105503" y="358746"/>
                    <a:pt x="97150" y="367099"/>
                    <a:pt x="80443" y="383806"/>
                  </a:cubicBezTo>
                  <a:lnTo>
                    <a:pt x="48623" y="415626"/>
                  </a:lnTo>
                  <a:cubicBezTo>
                    <a:pt x="31916" y="432333"/>
                    <a:pt x="23563" y="440686"/>
                    <a:pt x="20433" y="450319"/>
                  </a:cubicBezTo>
                  <a:cubicBezTo>
                    <a:pt x="17680" y="458792"/>
                    <a:pt x="17680" y="467919"/>
                    <a:pt x="20433" y="476392"/>
                  </a:cubicBezTo>
                </a:path>
              </a:pathLst>
            </a:custGeom>
            <a:solidFill>
              <a:srgbClr val="999999">
                <a:alpha val="30000"/>
              </a:srgbClr>
            </a:solidFill>
          </p:spPr>
        </p:sp>
        <p:sp>
          <p:nvSpPr>
            <p:cNvPr id="199" name="shape199"/>
            <p:cNvSpPr/>
            <p:nvPr/>
          </p:nvSpPr>
          <p:spPr>
            <a:xfrm>
              <a:off x="5263974" y="3569843"/>
              <a:ext cx="192000" cy="192000"/>
            </a:xfrm>
            <a:custGeom>
              <a:avLst/>
              <a:gdLst/>
              <a:ahLst/>
              <a:cxnLst/>
              <a:rect l="0" t="0" r="0" b="0"/>
              <a:pathLst>
                <a:path w="192000" h="192000">
                  <a:moveTo>
                    <a:pt x="85406" y="472474"/>
                  </a:moveTo>
                  <a:lnTo>
                    <a:pt x="118879" y="505946"/>
                  </a:lnTo>
                  <a:lnTo>
                    <a:pt x="118879" y="495683"/>
                  </a:lnTo>
                  <a:cubicBezTo>
                    <a:pt x="118879" y="490628"/>
                    <a:pt x="122977" y="486530"/>
                    <a:pt x="128032" y="486530"/>
                  </a:cubicBezTo>
                  <a:cubicBezTo>
                    <a:pt x="133087" y="486530"/>
                    <a:pt x="137185" y="490628"/>
                    <a:pt x="137185" y="495683"/>
                  </a:cubicBezTo>
                  <a:lnTo>
                    <a:pt x="137185" y="516995"/>
                  </a:lnTo>
                  <a:cubicBezTo>
                    <a:pt x="137185" y="529227"/>
                    <a:pt x="122396" y="535353"/>
                    <a:pt x="113747" y="526703"/>
                  </a:cubicBezTo>
                  <a:lnTo>
                    <a:pt x="64649" y="477607"/>
                  </a:lnTo>
                  <a:cubicBezTo>
                    <a:pt x="56000" y="468957"/>
                    <a:pt x="62126" y="454168"/>
                    <a:pt x="74357" y="454168"/>
                  </a:cubicBezTo>
                  <a:lnTo>
                    <a:pt x="170657" y="454168"/>
                  </a:lnTo>
                  <a:lnTo>
                    <a:pt x="137185" y="420696"/>
                  </a:lnTo>
                  <a:lnTo>
                    <a:pt x="137185" y="430960"/>
                  </a:lnTo>
                  <a:cubicBezTo>
                    <a:pt x="137185" y="436015"/>
                    <a:pt x="133087" y="440113"/>
                    <a:pt x="128032" y="440113"/>
                  </a:cubicBezTo>
                  <a:cubicBezTo>
                    <a:pt x="122977" y="440113"/>
                    <a:pt x="118879" y="436015"/>
                    <a:pt x="118879" y="430960"/>
                  </a:cubicBezTo>
                  <a:lnTo>
                    <a:pt x="118879" y="409648"/>
                  </a:lnTo>
                  <a:cubicBezTo>
                    <a:pt x="118879" y="397415"/>
                    <a:pt x="133667" y="391289"/>
                    <a:pt x="142316" y="399939"/>
                  </a:cubicBezTo>
                  <a:lnTo>
                    <a:pt x="191414" y="449036"/>
                  </a:lnTo>
                  <a:cubicBezTo>
                    <a:pt x="200063" y="457685"/>
                    <a:pt x="193937" y="472474"/>
                    <a:pt x="181706" y="472474"/>
                  </a:cubicBezTo>
                  <a:lnTo>
                    <a:pt x="85406" y="472474"/>
                  </a:lnTo>
                </a:path>
              </a:pathLst>
            </a:custGeom>
            <a:solidFill>
              <a:srgbClr val="999999">
                <a:alpha val="30000"/>
              </a:srgbClr>
            </a:solidFill>
          </p:spPr>
        </p:sp>
        <p:sp>
          <p:nvSpPr>
            <p:cNvPr id="200" name="shape200"/>
            <p:cNvSpPr/>
            <p:nvPr/>
          </p:nvSpPr>
          <p:spPr>
            <a:xfrm>
              <a:off x="5263974" y="3569843"/>
              <a:ext cx="2760000" cy="2760000"/>
            </a:xfrm>
            <a:custGeom>
              <a:avLst/>
              <a:gdLst/>
              <a:ahLst/>
              <a:cxnLst/>
              <a:rect l="0" t="0" r="0" b="0"/>
              <a:pathLst>
                <a:path w="2760000" h="2760000">
                  <a:moveTo>
                    <a:pt x="174745" y="308150"/>
                  </a:moveTo>
                  <a:cubicBezTo>
                    <a:pt x="179624" y="318332"/>
                    <a:pt x="182488" y="330530"/>
                    <a:pt x="182488" y="340076"/>
                  </a:cubicBezTo>
                  <a:cubicBezTo>
                    <a:pt x="185140" y="340500"/>
                    <a:pt x="190284" y="342250"/>
                    <a:pt x="192405" y="343205"/>
                  </a:cubicBezTo>
                  <a:cubicBezTo>
                    <a:pt x="192299" y="340659"/>
                    <a:pt x="192034" y="337954"/>
                    <a:pt x="191716" y="335197"/>
                  </a:cubicBezTo>
                  <a:lnTo>
                    <a:pt x="218975" y="362456"/>
                  </a:lnTo>
                  <a:lnTo>
                    <a:pt x="225127" y="356304"/>
                  </a:lnTo>
                  <a:lnTo>
                    <a:pt x="188269" y="319446"/>
                  </a:lnTo>
                  <a:cubicBezTo>
                    <a:pt x="186677" y="314143"/>
                    <a:pt x="184715" y="308892"/>
                    <a:pt x="182488" y="304013"/>
                  </a:cubicBezTo>
                  <a:lnTo>
                    <a:pt x="174745" y="308150"/>
                  </a:lnTo>
                  <a:moveTo>
                    <a:pt x="233400" y="332863"/>
                  </a:moveTo>
                  <a:cubicBezTo>
                    <a:pt x="230377" y="335886"/>
                    <a:pt x="227831" y="336841"/>
                    <a:pt x="225869" y="334879"/>
                  </a:cubicBezTo>
                  <a:cubicBezTo>
                    <a:pt x="223217" y="332227"/>
                    <a:pt x="220778" y="327029"/>
                    <a:pt x="217437" y="279883"/>
                  </a:cubicBezTo>
                  <a:cubicBezTo>
                    <a:pt x="217437" y="279247"/>
                    <a:pt x="217384" y="278557"/>
                    <a:pt x="217225" y="278080"/>
                  </a:cubicBezTo>
                  <a:lnTo>
                    <a:pt x="211126" y="279936"/>
                  </a:lnTo>
                  <a:lnTo>
                    <a:pt x="209906" y="281580"/>
                  </a:lnTo>
                  <a:lnTo>
                    <a:pt x="186412" y="305074"/>
                  </a:lnTo>
                  <a:lnTo>
                    <a:pt x="192352" y="311014"/>
                  </a:lnTo>
                  <a:lnTo>
                    <a:pt x="209747" y="293619"/>
                  </a:lnTo>
                  <a:cubicBezTo>
                    <a:pt x="213565" y="333181"/>
                    <a:pt x="216482" y="338113"/>
                    <a:pt x="220247" y="341879"/>
                  </a:cubicBezTo>
                  <a:cubicBezTo>
                    <a:pt x="225179" y="346811"/>
                    <a:pt x="231809" y="346652"/>
                    <a:pt x="239711" y="338750"/>
                  </a:cubicBezTo>
                  <a:lnTo>
                    <a:pt x="250264" y="328196"/>
                  </a:lnTo>
                  <a:cubicBezTo>
                    <a:pt x="256894" y="321567"/>
                    <a:pt x="256946" y="316847"/>
                    <a:pt x="246128" y="304544"/>
                  </a:cubicBezTo>
                  <a:cubicBezTo>
                    <a:pt x="244112" y="306028"/>
                    <a:pt x="241090" y="307354"/>
                    <a:pt x="238544" y="308097"/>
                  </a:cubicBezTo>
                  <a:cubicBezTo>
                    <a:pt x="246658" y="316847"/>
                    <a:pt x="247241" y="319022"/>
                    <a:pt x="244643" y="321620"/>
                  </a:cubicBezTo>
                  <a:lnTo>
                    <a:pt x="233400" y="332863"/>
                  </a:lnTo>
                  <a:moveTo>
                    <a:pt x="292478" y="274208"/>
                  </a:moveTo>
                  <a:lnTo>
                    <a:pt x="290887" y="267421"/>
                  </a:lnTo>
                  <a:cubicBezTo>
                    <a:pt x="283622" y="270974"/>
                    <a:pt x="272750" y="278027"/>
                    <a:pt x="264848" y="284444"/>
                  </a:cubicBezTo>
                  <a:lnTo>
                    <a:pt x="266068" y="291391"/>
                  </a:lnTo>
                  <a:cubicBezTo>
                    <a:pt x="273864" y="285187"/>
                    <a:pt x="284365" y="278504"/>
                    <a:pt x="291577" y="275110"/>
                  </a:cubicBezTo>
                  <a:lnTo>
                    <a:pt x="266492" y="300195"/>
                  </a:lnTo>
                  <a:lnTo>
                    <a:pt x="250795" y="284497"/>
                  </a:lnTo>
                  <a:cubicBezTo>
                    <a:pt x="252969" y="284869"/>
                    <a:pt x="255727" y="285717"/>
                    <a:pt x="257371" y="286513"/>
                  </a:cubicBezTo>
                  <a:cubicBezTo>
                    <a:pt x="259545" y="282959"/>
                    <a:pt x="261613" y="279088"/>
                    <a:pt x="263363" y="275110"/>
                  </a:cubicBezTo>
                  <a:lnTo>
                    <a:pt x="264106" y="279777"/>
                  </a:lnTo>
                  <a:cubicBezTo>
                    <a:pt x="269515" y="276277"/>
                    <a:pt x="277046" y="272564"/>
                    <a:pt x="281607" y="270868"/>
                  </a:cubicBezTo>
                  <a:lnTo>
                    <a:pt x="280281" y="264451"/>
                  </a:lnTo>
                  <a:cubicBezTo>
                    <a:pt x="275985" y="266095"/>
                    <a:pt x="269462" y="269542"/>
                    <a:pt x="264371" y="272830"/>
                  </a:cubicBezTo>
                  <a:cubicBezTo>
                    <a:pt x="265166" y="270761"/>
                    <a:pt x="265962" y="268693"/>
                    <a:pt x="266599" y="266572"/>
                  </a:cubicBezTo>
                  <a:cubicBezTo>
                    <a:pt x="272803" y="264610"/>
                    <a:pt x="278902" y="261693"/>
                    <a:pt x="284470" y="258034"/>
                  </a:cubicBezTo>
                  <a:cubicBezTo>
                    <a:pt x="283940" y="256337"/>
                    <a:pt x="283410" y="253473"/>
                    <a:pt x="283251" y="251192"/>
                  </a:cubicBezTo>
                  <a:lnTo>
                    <a:pt x="299373" y="267314"/>
                  </a:lnTo>
                  <a:lnTo>
                    <a:pt x="292478" y="274208"/>
                  </a:lnTo>
                  <a:moveTo>
                    <a:pt x="243529" y="254321"/>
                  </a:moveTo>
                  <a:cubicBezTo>
                    <a:pt x="244855" y="260845"/>
                    <a:pt x="244271" y="268852"/>
                    <a:pt x="242416" y="275588"/>
                  </a:cubicBezTo>
                  <a:cubicBezTo>
                    <a:pt x="244430" y="275269"/>
                    <a:pt x="248302" y="275110"/>
                    <a:pt x="250264" y="275163"/>
                  </a:cubicBezTo>
                  <a:cubicBezTo>
                    <a:pt x="250636" y="273413"/>
                    <a:pt x="250954" y="271504"/>
                    <a:pt x="251113" y="269542"/>
                  </a:cubicBezTo>
                  <a:cubicBezTo>
                    <a:pt x="253287" y="269489"/>
                    <a:pt x="255568" y="269224"/>
                    <a:pt x="257954" y="268852"/>
                  </a:cubicBezTo>
                  <a:cubicBezTo>
                    <a:pt x="255779" y="273890"/>
                    <a:pt x="252916" y="278981"/>
                    <a:pt x="249840" y="283543"/>
                  </a:cubicBezTo>
                  <a:lnTo>
                    <a:pt x="232074" y="265777"/>
                  </a:lnTo>
                  <a:lnTo>
                    <a:pt x="243529" y="254321"/>
                  </a:lnTo>
                  <a:moveTo>
                    <a:pt x="262621" y="252624"/>
                  </a:moveTo>
                  <a:cubicBezTo>
                    <a:pt x="262303" y="255382"/>
                    <a:pt x="261772" y="258246"/>
                    <a:pt x="260712" y="261215"/>
                  </a:cubicBezTo>
                  <a:cubicBezTo>
                    <a:pt x="257848" y="262170"/>
                    <a:pt x="255037" y="262648"/>
                    <a:pt x="252439" y="262807"/>
                  </a:cubicBezTo>
                  <a:lnTo>
                    <a:pt x="262621" y="252624"/>
                  </a:lnTo>
                  <a:moveTo>
                    <a:pt x="282455" y="250397"/>
                  </a:moveTo>
                  <a:cubicBezTo>
                    <a:pt x="278107" y="253367"/>
                    <a:pt x="273440" y="256124"/>
                    <a:pt x="268826" y="258193"/>
                  </a:cubicBezTo>
                  <a:cubicBezTo>
                    <a:pt x="269939" y="252094"/>
                    <a:pt x="270205" y="246101"/>
                    <a:pt x="269038" y="240692"/>
                  </a:cubicBezTo>
                  <a:lnTo>
                    <a:pt x="263363" y="242124"/>
                  </a:lnTo>
                  <a:lnTo>
                    <a:pt x="262674" y="243238"/>
                  </a:lnTo>
                  <a:lnTo>
                    <a:pt x="251113" y="254798"/>
                  </a:lnTo>
                  <a:cubicBezTo>
                    <a:pt x="250954" y="253367"/>
                    <a:pt x="250688" y="251935"/>
                    <a:pt x="250423" y="250609"/>
                  </a:cubicBezTo>
                  <a:lnTo>
                    <a:pt x="244325" y="253526"/>
                  </a:lnTo>
                  <a:lnTo>
                    <a:pt x="264955" y="232896"/>
                  </a:lnTo>
                  <a:lnTo>
                    <a:pt x="282455" y="250397"/>
                  </a:lnTo>
                  <a:moveTo>
                    <a:pt x="220354" y="266147"/>
                  </a:moveTo>
                  <a:lnTo>
                    <a:pt x="267924" y="313718"/>
                  </a:lnTo>
                  <a:lnTo>
                    <a:pt x="273970" y="307673"/>
                  </a:lnTo>
                  <a:lnTo>
                    <a:pt x="272061" y="305764"/>
                  </a:lnTo>
                  <a:lnTo>
                    <a:pt x="304941" y="272883"/>
                  </a:lnTo>
                  <a:lnTo>
                    <a:pt x="306850" y="274792"/>
                  </a:lnTo>
                  <a:lnTo>
                    <a:pt x="313214" y="268428"/>
                  </a:lnTo>
                  <a:lnTo>
                    <a:pt x="265644" y="220858"/>
                  </a:lnTo>
                  <a:lnTo>
                    <a:pt x="220354" y="266147"/>
                  </a:lnTo>
                  <a:moveTo>
                    <a:pt x="303244" y="231941"/>
                  </a:moveTo>
                  <a:cubicBezTo>
                    <a:pt x="301494" y="230085"/>
                    <a:pt x="299797" y="228388"/>
                    <a:pt x="298312" y="226903"/>
                  </a:cubicBezTo>
                  <a:lnTo>
                    <a:pt x="296350" y="224941"/>
                  </a:lnTo>
                  <a:lnTo>
                    <a:pt x="300539" y="220751"/>
                  </a:lnTo>
                  <a:lnTo>
                    <a:pt x="307487" y="227699"/>
                  </a:lnTo>
                  <a:lnTo>
                    <a:pt x="303244" y="231941"/>
                  </a:lnTo>
                  <a:moveTo>
                    <a:pt x="287864" y="208076"/>
                  </a:moveTo>
                  <a:lnTo>
                    <a:pt x="295448" y="215660"/>
                  </a:lnTo>
                  <a:lnTo>
                    <a:pt x="291259" y="219850"/>
                  </a:lnTo>
                  <a:lnTo>
                    <a:pt x="283675" y="212266"/>
                  </a:lnTo>
                  <a:lnTo>
                    <a:pt x="287864" y="208076"/>
                  </a:lnTo>
                  <a:moveTo>
                    <a:pt x="288236" y="197947"/>
                  </a:moveTo>
                  <a:lnTo>
                    <a:pt x="273334" y="212849"/>
                  </a:lnTo>
                  <a:lnTo>
                    <a:pt x="292903" y="232418"/>
                  </a:lnTo>
                  <a:cubicBezTo>
                    <a:pt x="300380" y="239896"/>
                    <a:pt x="310403" y="250344"/>
                    <a:pt x="314699" y="260155"/>
                  </a:cubicBezTo>
                  <a:cubicBezTo>
                    <a:pt x="316396" y="259519"/>
                    <a:pt x="320798" y="259041"/>
                    <a:pt x="322760" y="259201"/>
                  </a:cubicBezTo>
                  <a:cubicBezTo>
                    <a:pt x="319949" y="252147"/>
                    <a:pt x="314116" y="244298"/>
                    <a:pt x="308229" y="237457"/>
                  </a:cubicBezTo>
                  <a:lnTo>
                    <a:pt x="312737" y="232949"/>
                  </a:lnTo>
                  <a:lnTo>
                    <a:pt x="323980" y="244192"/>
                  </a:lnTo>
                  <a:cubicBezTo>
                    <a:pt x="324616" y="244828"/>
                    <a:pt x="324616" y="245147"/>
                    <a:pt x="324086" y="245783"/>
                  </a:cubicBezTo>
                  <a:cubicBezTo>
                    <a:pt x="323503" y="246367"/>
                    <a:pt x="321965" y="247904"/>
                    <a:pt x="320268" y="249389"/>
                  </a:cubicBezTo>
                  <a:cubicBezTo>
                    <a:pt x="322442" y="250185"/>
                    <a:pt x="325677" y="251935"/>
                    <a:pt x="327321" y="253261"/>
                  </a:cubicBezTo>
                  <a:cubicBezTo>
                    <a:pt x="330132" y="250450"/>
                    <a:pt x="331988" y="248381"/>
                    <a:pt x="332465" y="245889"/>
                  </a:cubicBezTo>
                  <a:cubicBezTo>
                    <a:pt x="333049" y="243503"/>
                    <a:pt x="331829" y="241540"/>
                    <a:pt x="329284" y="238995"/>
                  </a:cubicBezTo>
                  <a:lnTo>
                    <a:pt x="288236" y="197947"/>
                  </a:lnTo>
                  <a:moveTo>
                    <a:pt x="336019" y="229396"/>
                  </a:moveTo>
                  <a:lnTo>
                    <a:pt x="331193" y="224570"/>
                  </a:lnTo>
                  <a:cubicBezTo>
                    <a:pt x="333420" y="224570"/>
                    <a:pt x="336178" y="224676"/>
                    <a:pt x="337556" y="224994"/>
                  </a:cubicBezTo>
                  <a:cubicBezTo>
                    <a:pt x="337504" y="220804"/>
                    <a:pt x="336761" y="216244"/>
                    <a:pt x="335541" y="211630"/>
                  </a:cubicBezTo>
                  <a:cubicBezTo>
                    <a:pt x="339413" y="212319"/>
                    <a:pt x="342966" y="213115"/>
                    <a:pt x="345617" y="214069"/>
                  </a:cubicBezTo>
                  <a:lnTo>
                    <a:pt x="346360" y="207175"/>
                  </a:lnTo>
                  <a:lnTo>
                    <a:pt x="352300" y="213115"/>
                  </a:lnTo>
                  <a:lnTo>
                    <a:pt x="336019" y="229396"/>
                  </a:lnTo>
                  <a:moveTo>
                    <a:pt x="315707" y="209084"/>
                  </a:moveTo>
                  <a:cubicBezTo>
                    <a:pt x="319472" y="209350"/>
                    <a:pt x="323503" y="209774"/>
                    <a:pt x="327427" y="210304"/>
                  </a:cubicBezTo>
                  <a:cubicBezTo>
                    <a:pt x="328700" y="214652"/>
                    <a:pt x="329495" y="218948"/>
                    <a:pt x="329549" y="222926"/>
                  </a:cubicBezTo>
                  <a:lnTo>
                    <a:pt x="315707" y="209084"/>
                  </a:lnTo>
                  <a:moveTo>
                    <a:pt x="344716" y="205531"/>
                  </a:moveTo>
                  <a:cubicBezTo>
                    <a:pt x="341428" y="204682"/>
                    <a:pt x="337345" y="203993"/>
                    <a:pt x="332996" y="203462"/>
                  </a:cubicBezTo>
                  <a:cubicBezTo>
                    <a:pt x="330928" y="197894"/>
                    <a:pt x="328223" y="192326"/>
                    <a:pt x="325200" y="186970"/>
                  </a:cubicBezTo>
                  <a:lnTo>
                    <a:pt x="318783" y="190947"/>
                  </a:lnTo>
                  <a:cubicBezTo>
                    <a:pt x="321063" y="194712"/>
                    <a:pt x="323026" y="198584"/>
                    <a:pt x="324722" y="202508"/>
                  </a:cubicBezTo>
                  <a:cubicBezTo>
                    <a:pt x="321382" y="202243"/>
                    <a:pt x="318146" y="202084"/>
                    <a:pt x="315176" y="201978"/>
                  </a:cubicBezTo>
                  <a:lnTo>
                    <a:pt x="314381" y="207758"/>
                  </a:lnTo>
                  <a:lnTo>
                    <a:pt x="311040" y="204417"/>
                  </a:lnTo>
                  <a:lnTo>
                    <a:pt x="305206" y="210251"/>
                  </a:lnTo>
                  <a:lnTo>
                    <a:pt x="336019" y="241063"/>
                  </a:lnTo>
                  <a:lnTo>
                    <a:pt x="358133" y="218948"/>
                  </a:lnTo>
                  <a:lnTo>
                    <a:pt x="360308" y="221123"/>
                  </a:lnTo>
                  <a:lnTo>
                    <a:pt x="366088" y="215342"/>
                  </a:lnTo>
                  <a:lnTo>
                    <a:pt x="333049" y="182302"/>
                  </a:lnTo>
                  <a:lnTo>
                    <a:pt x="327268" y="188083"/>
                  </a:lnTo>
                  <a:lnTo>
                    <a:pt x="344716" y="205531"/>
                  </a:lnTo>
                  <a:moveTo>
                    <a:pt x="313904" y="183204"/>
                  </a:moveTo>
                  <a:cubicBezTo>
                    <a:pt x="310828" y="182038"/>
                    <a:pt x="305949" y="180764"/>
                    <a:pt x="302290" y="179863"/>
                  </a:cubicBezTo>
                  <a:lnTo>
                    <a:pt x="298577" y="187394"/>
                  </a:lnTo>
                  <a:cubicBezTo>
                    <a:pt x="301176" y="188189"/>
                    <a:pt x="304305" y="189091"/>
                    <a:pt x="307010" y="190099"/>
                  </a:cubicBezTo>
                  <a:lnTo>
                    <a:pt x="295024" y="202084"/>
                  </a:lnTo>
                  <a:lnTo>
                    <a:pt x="300911" y="207970"/>
                  </a:lnTo>
                  <a:lnTo>
                    <a:pt x="331087" y="177794"/>
                  </a:lnTo>
                  <a:lnTo>
                    <a:pt x="325200" y="171908"/>
                  </a:lnTo>
                  <a:lnTo>
                    <a:pt x="313904" y="183204"/>
                  </a:lnTo>
                  <a:moveTo>
                    <a:pt x="398545" y="168143"/>
                  </a:moveTo>
                  <a:lnTo>
                    <a:pt x="396953" y="161354"/>
                  </a:lnTo>
                  <a:cubicBezTo>
                    <a:pt x="389688" y="164908"/>
                    <a:pt x="378816" y="171961"/>
                    <a:pt x="370914" y="178378"/>
                  </a:cubicBezTo>
                  <a:lnTo>
                    <a:pt x="372134" y="185326"/>
                  </a:lnTo>
                  <a:cubicBezTo>
                    <a:pt x="379930" y="179120"/>
                    <a:pt x="390430" y="172438"/>
                    <a:pt x="397643" y="169044"/>
                  </a:cubicBezTo>
                  <a:lnTo>
                    <a:pt x="372559" y="194129"/>
                  </a:lnTo>
                  <a:lnTo>
                    <a:pt x="356861" y="178431"/>
                  </a:lnTo>
                  <a:cubicBezTo>
                    <a:pt x="359035" y="178802"/>
                    <a:pt x="361793" y="179651"/>
                    <a:pt x="363437" y="180446"/>
                  </a:cubicBezTo>
                  <a:cubicBezTo>
                    <a:pt x="365611" y="176893"/>
                    <a:pt x="367679" y="173022"/>
                    <a:pt x="369430" y="169044"/>
                  </a:cubicBezTo>
                  <a:lnTo>
                    <a:pt x="370172" y="173711"/>
                  </a:lnTo>
                  <a:cubicBezTo>
                    <a:pt x="375581" y="170211"/>
                    <a:pt x="383112" y="166499"/>
                    <a:pt x="387673" y="164801"/>
                  </a:cubicBezTo>
                  <a:lnTo>
                    <a:pt x="386347" y="158384"/>
                  </a:lnTo>
                  <a:cubicBezTo>
                    <a:pt x="382051" y="160028"/>
                    <a:pt x="375528" y="163476"/>
                    <a:pt x="370437" y="166764"/>
                  </a:cubicBezTo>
                  <a:cubicBezTo>
                    <a:pt x="371233" y="164696"/>
                    <a:pt x="372028" y="162627"/>
                    <a:pt x="372664" y="160506"/>
                  </a:cubicBezTo>
                  <a:cubicBezTo>
                    <a:pt x="378869" y="158543"/>
                    <a:pt x="384968" y="155627"/>
                    <a:pt x="390536" y="151967"/>
                  </a:cubicBezTo>
                  <a:cubicBezTo>
                    <a:pt x="390006" y="150271"/>
                    <a:pt x="389476" y="147407"/>
                    <a:pt x="389317" y="145126"/>
                  </a:cubicBezTo>
                  <a:lnTo>
                    <a:pt x="405439" y="161248"/>
                  </a:lnTo>
                  <a:lnTo>
                    <a:pt x="398545" y="168143"/>
                  </a:lnTo>
                  <a:moveTo>
                    <a:pt x="349595" y="148255"/>
                  </a:moveTo>
                  <a:cubicBezTo>
                    <a:pt x="350921" y="154778"/>
                    <a:pt x="350338" y="162787"/>
                    <a:pt x="348481" y="169522"/>
                  </a:cubicBezTo>
                  <a:cubicBezTo>
                    <a:pt x="350497" y="169204"/>
                    <a:pt x="354368" y="169044"/>
                    <a:pt x="356330" y="169097"/>
                  </a:cubicBezTo>
                  <a:cubicBezTo>
                    <a:pt x="356701" y="167347"/>
                    <a:pt x="357020" y="165438"/>
                    <a:pt x="357179" y="163476"/>
                  </a:cubicBezTo>
                  <a:cubicBezTo>
                    <a:pt x="359353" y="163423"/>
                    <a:pt x="361634" y="163157"/>
                    <a:pt x="364020" y="162787"/>
                  </a:cubicBezTo>
                  <a:cubicBezTo>
                    <a:pt x="361846" y="167824"/>
                    <a:pt x="358982" y="172916"/>
                    <a:pt x="355906" y="177476"/>
                  </a:cubicBezTo>
                  <a:lnTo>
                    <a:pt x="338140" y="159710"/>
                  </a:lnTo>
                  <a:lnTo>
                    <a:pt x="349595" y="148255"/>
                  </a:lnTo>
                  <a:moveTo>
                    <a:pt x="368687" y="146558"/>
                  </a:moveTo>
                  <a:cubicBezTo>
                    <a:pt x="368369" y="149316"/>
                    <a:pt x="367838" y="152180"/>
                    <a:pt x="366778" y="155150"/>
                  </a:cubicBezTo>
                  <a:cubicBezTo>
                    <a:pt x="363914" y="156104"/>
                    <a:pt x="361103" y="156581"/>
                    <a:pt x="358505" y="156740"/>
                  </a:cubicBezTo>
                  <a:lnTo>
                    <a:pt x="368687" y="146558"/>
                  </a:lnTo>
                  <a:moveTo>
                    <a:pt x="388521" y="144331"/>
                  </a:moveTo>
                  <a:cubicBezTo>
                    <a:pt x="384173" y="147301"/>
                    <a:pt x="379505" y="150058"/>
                    <a:pt x="374892" y="152126"/>
                  </a:cubicBezTo>
                  <a:cubicBezTo>
                    <a:pt x="376006" y="146028"/>
                    <a:pt x="376271" y="140035"/>
                    <a:pt x="375104" y="134626"/>
                  </a:cubicBezTo>
                  <a:lnTo>
                    <a:pt x="369430" y="136058"/>
                  </a:lnTo>
                  <a:lnTo>
                    <a:pt x="368740" y="137171"/>
                  </a:lnTo>
                  <a:lnTo>
                    <a:pt x="357179" y="148733"/>
                  </a:lnTo>
                  <a:cubicBezTo>
                    <a:pt x="357020" y="147301"/>
                    <a:pt x="356755" y="145869"/>
                    <a:pt x="356489" y="144543"/>
                  </a:cubicBezTo>
                  <a:lnTo>
                    <a:pt x="350390" y="147460"/>
                  </a:lnTo>
                  <a:lnTo>
                    <a:pt x="371020" y="126830"/>
                  </a:lnTo>
                  <a:lnTo>
                    <a:pt x="388521" y="144331"/>
                  </a:lnTo>
                  <a:moveTo>
                    <a:pt x="326420" y="160082"/>
                  </a:moveTo>
                  <a:lnTo>
                    <a:pt x="373990" y="207652"/>
                  </a:lnTo>
                  <a:lnTo>
                    <a:pt x="380036" y="201607"/>
                  </a:lnTo>
                  <a:lnTo>
                    <a:pt x="378127" y="199697"/>
                  </a:lnTo>
                  <a:lnTo>
                    <a:pt x="411007" y="166817"/>
                  </a:lnTo>
                  <a:lnTo>
                    <a:pt x="412916" y="168726"/>
                  </a:lnTo>
                  <a:lnTo>
                    <a:pt x="419281" y="162362"/>
                  </a:lnTo>
                  <a:lnTo>
                    <a:pt x="371710" y="114791"/>
                  </a:lnTo>
                  <a:lnTo>
                    <a:pt x="326420" y="160082"/>
                  </a:lnTo>
                  <a:moveTo>
                    <a:pt x="274765" y="424822"/>
                  </a:moveTo>
                  <a:lnTo>
                    <a:pt x="281819" y="417769"/>
                  </a:lnTo>
                  <a:lnTo>
                    <a:pt x="265432" y="401382"/>
                  </a:lnTo>
                  <a:cubicBezTo>
                    <a:pt x="261719" y="397670"/>
                    <a:pt x="255620" y="392843"/>
                    <a:pt x="251537" y="389503"/>
                  </a:cubicBezTo>
                  <a:lnTo>
                    <a:pt x="251749" y="389290"/>
                  </a:lnTo>
                  <a:lnTo>
                    <a:pt x="264106" y="395389"/>
                  </a:lnTo>
                  <a:lnTo>
                    <a:pt x="286698" y="405784"/>
                  </a:lnTo>
                  <a:lnTo>
                    <a:pt x="291206" y="401276"/>
                  </a:lnTo>
                  <a:lnTo>
                    <a:pt x="280758" y="378737"/>
                  </a:lnTo>
                  <a:lnTo>
                    <a:pt x="274712" y="366327"/>
                  </a:lnTo>
                  <a:lnTo>
                    <a:pt x="274978" y="366062"/>
                  </a:lnTo>
                  <a:cubicBezTo>
                    <a:pt x="278266" y="370198"/>
                    <a:pt x="283145" y="376244"/>
                    <a:pt x="286857" y="379957"/>
                  </a:cubicBezTo>
                  <a:lnTo>
                    <a:pt x="303244" y="396344"/>
                  </a:lnTo>
                  <a:lnTo>
                    <a:pt x="310403" y="389184"/>
                  </a:lnTo>
                  <a:lnTo>
                    <a:pt x="271106" y="349887"/>
                  </a:lnTo>
                  <a:lnTo>
                    <a:pt x="262409" y="358584"/>
                  </a:lnTo>
                  <a:lnTo>
                    <a:pt x="274288" y="383510"/>
                  </a:lnTo>
                  <a:cubicBezTo>
                    <a:pt x="275879" y="386798"/>
                    <a:pt x="277789" y="390086"/>
                    <a:pt x="279433" y="393427"/>
                  </a:cubicBezTo>
                  <a:lnTo>
                    <a:pt x="279167" y="393692"/>
                  </a:lnTo>
                  <a:cubicBezTo>
                    <a:pt x="275879" y="391995"/>
                    <a:pt x="272538" y="390139"/>
                    <a:pt x="269250" y="388548"/>
                  </a:cubicBezTo>
                  <a:lnTo>
                    <a:pt x="244165" y="376828"/>
                  </a:lnTo>
                  <a:lnTo>
                    <a:pt x="235468" y="385525"/>
                  </a:lnTo>
                  <a:lnTo>
                    <a:pt x="274765" y="424822"/>
                  </a:lnTo>
                  <a:moveTo>
                    <a:pt x="319394" y="380194"/>
                  </a:moveTo>
                  <a:lnTo>
                    <a:pt x="327190" y="372398"/>
                  </a:lnTo>
                  <a:lnTo>
                    <a:pt x="297491" y="342700"/>
                  </a:lnTo>
                  <a:lnTo>
                    <a:pt x="289695" y="350496"/>
                  </a:lnTo>
                  <a:lnTo>
                    <a:pt x="319394" y="380194"/>
                  </a:lnTo>
                  <a:moveTo>
                    <a:pt x="288847" y="341798"/>
                  </a:moveTo>
                  <a:cubicBezTo>
                    <a:pt x="291498" y="339147"/>
                    <a:pt x="291657" y="335594"/>
                    <a:pt x="289058" y="332995"/>
                  </a:cubicBezTo>
                  <a:cubicBezTo>
                    <a:pt x="286513" y="330449"/>
                    <a:pt x="282960" y="330608"/>
                    <a:pt x="280308" y="333260"/>
                  </a:cubicBezTo>
                  <a:cubicBezTo>
                    <a:pt x="277604" y="335965"/>
                    <a:pt x="277444" y="339518"/>
                    <a:pt x="279990" y="342064"/>
                  </a:cubicBezTo>
                  <a:cubicBezTo>
                    <a:pt x="282589" y="344662"/>
                    <a:pt x="286142" y="344503"/>
                    <a:pt x="288847" y="341798"/>
                  </a:cubicBezTo>
                  <a:moveTo>
                    <a:pt x="335500" y="364088"/>
                  </a:moveTo>
                  <a:lnTo>
                    <a:pt x="343296" y="356292"/>
                  </a:lnTo>
                  <a:lnTo>
                    <a:pt x="322879" y="335874"/>
                  </a:lnTo>
                  <a:cubicBezTo>
                    <a:pt x="322879" y="331525"/>
                    <a:pt x="323249" y="328820"/>
                    <a:pt x="325689" y="326381"/>
                  </a:cubicBezTo>
                  <a:cubicBezTo>
                    <a:pt x="328606" y="323464"/>
                    <a:pt x="331470" y="323783"/>
                    <a:pt x="336083" y="328396"/>
                  </a:cubicBezTo>
                  <a:lnTo>
                    <a:pt x="353638" y="345950"/>
                  </a:lnTo>
                  <a:lnTo>
                    <a:pt x="361433" y="338155"/>
                  </a:lnTo>
                  <a:lnTo>
                    <a:pt x="342925" y="319646"/>
                  </a:lnTo>
                  <a:cubicBezTo>
                    <a:pt x="335447" y="312169"/>
                    <a:pt x="328235" y="310471"/>
                    <a:pt x="321818" y="316888"/>
                  </a:cubicBezTo>
                  <a:cubicBezTo>
                    <a:pt x="317787" y="320919"/>
                    <a:pt x="316886" y="326063"/>
                    <a:pt x="316832" y="331207"/>
                  </a:cubicBezTo>
                  <a:lnTo>
                    <a:pt x="316673" y="331366"/>
                  </a:lnTo>
                  <a:lnTo>
                    <a:pt x="312166" y="328025"/>
                  </a:lnTo>
                  <a:lnTo>
                    <a:pt x="305802" y="334389"/>
                  </a:lnTo>
                  <a:lnTo>
                    <a:pt x="335500" y="364088"/>
                  </a:lnTo>
                  <a:moveTo>
                    <a:pt x="380665" y="320408"/>
                  </a:moveTo>
                  <a:cubicBezTo>
                    <a:pt x="383740" y="317332"/>
                    <a:pt x="385013" y="312665"/>
                    <a:pt x="385066" y="308370"/>
                  </a:cubicBezTo>
                  <a:lnTo>
                    <a:pt x="385279" y="308158"/>
                  </a:lnTo>
                  <a:lnTo>
                    <a:pt x="388937" y="310650"/>
                  </a:lnTo>
                  <a:lnTo>
                    <a:pt x="395249" y="304339"/>
                  </a:lnTo>
                  <a:lnTo>
                    <a:pt x="352928" y="262019"/>
                  </a:lnTo>
                  <a:lnTo>
                    <a:pt x="345185" y="269762"/>
                  </a:lnTo>
                  <a:lnTo>
                    <a:pt x="355633" y="280209"/>
                  </a:lnTo>
                  <a:lnTo>
                    <a:pt x="360565" y="284611"/>
                  </a:lnTo>
                  <a:cubicBezTo>
                    <a:pt x="356482" y="284770"/>
                    <a:pt x="353140" y="285566"/>
                    <a:pt x="349799" y="288907"/>
                  </a:cubicBezTo>
                  <a:cubicBezTo>
                    <a:pt x="343382" y="295324"/>
                    <a:pt x="343276" y="307309"/>
                    <a:pt x="352928" y="316961"/>
                  </a:cubicBezTo>
                  <a:cubicBezTo>
                    <a:pt x="362686" y="326719"/>
                    <a:pt x="373293" y="327780"/>
                    <a:pt x="380665" y="320408"/>
                  </a:cubicBezTo>
                  <a:moveTo>
                    <a:pt x="376263" y="311976"/>
                  </a:moveTo>
                  <a:cubicBezTo>
                    <a:pt x="372338" y="315901"/>
                    <a:pt x="367035" y="315052"/>
                    <a:pt x="360883" y="308900"/>
                  </a:cubicBezTo>
                  <a:cubicBezTo>
                    <a:pt x="354943" y="302960"/>
                    <a:pt x="354572" y="296968"/>
                    <a:pt x="357913" y="293627"/>
                  </a:cubicBezTo>
                  <a:cubicBezTo>
                    <a:pt x="359770" y="291770"/>
                    <a:pt x="362262" y="290444"/>
                    <a:pt x="365709" y="290285"/>
                  </a:cubicBezTo>
                  <a:lnTo>
                    <a:pt x="378755" y="303332"/>
                  </a:lnTo>
                  <a:cubicBezTo>
                    <a:pt x="379232" y="307309"/>
                    <a:pt x="378331" y="309908"/>
                    <a:pt x="376263" y="311976"/>
                  </a:cubicBezTo>
                  <a:moveTo>
                    <a:pt x="404240" y="295348"/>
                  </a:moveTo>
                  <a:lnTo>
                    <a:pt x="411294" y="288294"/>
                  </a:lnTo>
                  <a:lnTo>
                    <a:pt x="394907" y="271907"/>
                  </a:lnTo>
                  <a:cubicBezTo>
                    <a:pt x="391195" y="268195"/>
                    <a:pt x="385096" y="263368"/>
                    <a:pt x="381012" y="260027"/>
                  </a:cubicBezTo>
                  <a:lnTo>
                    <a:pt x="381224" y="259815"/>
                  </a:lnTo>
                  <a:lnTo>
                    <a:pt x="393581" y="265914"/>
                  </a:lnTo>
                  <a:lnTo>
                    <a:pt x="416173" y="276308"/>
                  </a:lnTo>
                  <a:lnTo>
                    <a:pt x="420681" y="271801"/>
                  </a:lnTo>
                  <a:lnTo>
                    <a:pt x="410233" y="249262"/>
                  </a:lnTo>
                  <a:lnTo>
                    <a:pt x="404188" y="236852"/>
                  </a:lnTo>
                  <a:lnTo>
                    <a:pt x="404453" y="236587"/>
                  </a:lnTo>
                  <a:cubicBezTo>
                    <a:pt x="407741" y="240724"/>
                    <a:pt x="412620" y="246769"/>
                    <a:pt x="416332" y="250481"/>
                  </a:cubicBezTo>
                  <a:lnTo>
                    <a:pt x="432719" y="266869"/>
                  </a:lnTo>
                  <a:lnTo>
                    <a:pt x="439879" y="259709"/>
                  </a:lnTo>
                  <a:lnTo>
                    <a:pt x="400581" y="220412"/>
                  </a:lnTo>
                  <a:lnTo>
                    <a:pt x="391884" y="229109"/>
                  </a:lnTo>
                  <a:lnTo>
                    <a:pt x="403763" y="254035"/>
                  </a:lnTo>
                  <a:cubicBezTo>
                    <a:pt x="405354" y="257323"/>
                    <a:pt x="407263" y="260611"/>
                    <a:pt x="408907" y="263952"/>
                  </a:cubicBezTo>
                  <a:lnTo>
                    <a:pt x="408643" y="264217"/>
                  </a:lnTo>
                  <a:cubicBezTo>
                    <a:pt x="405354" y="262520"/>
                    <a:pt x="402013" y="260664"/>
                    <a:pt x="398725" y="259073"/>
                  </a:cubicBezTo>
                  <a:lnTo>
                    <a:pt x="373640" y="247352"/>
                  </a:lnTo>
                  <a:lnTo>
                    <a:pt x="364943" y="256050"/>
                  </a:lnTo>
                  <a:lnTo>
                    <a:pt x="404240" y="295348"/>
                  </a:lnTo>
                  <a:moveTo>
                    <a:pt x="456929" y="244143"/>
                  </a:moveTo>
                  <a:cubicBezTo>
                    <a:pt x="460324" y="240749"/>
                    <a:pt x="461597" y="236082"/>
                    <a:pt x="461968" y="231256"/>
                  </a:cubicBezTo>
                  <a:lnTo>
                    <a:pt x="462180" y="231044"/>
                  </a:lnTo>
                  <a:lnTo>
                    <a:pt x="465892" y="233696"/>
                  </a:lnTo>
                  <a:lnTo>
                    <a:pt x="472256" y="227332"/>
                  </a:lnTo>
                  <a:lnTo>
                    <a:pt x="454915" y="209990"/>
                  </a:lnTo>
                  <a:cubicBezTo>
                    <a:pt x="446323" y="201398"/>
                    <a:pt x="437944" y="200762"/>
                    <a:pt x="430413" y="208293"/>
                  </a:cubicBezTo>
                  <a:cubicBezTo>
                    <a:pt x="425746" y="212960"/>
                    <a:pt x="423254" y="218953"/>
                    <a:pt x="421928" y="224627"/>
                  </a:cubicBezTo>
                  <a:lnTo>
                    <a:pt x="429883" y="226960"/>
                  </a:lnTo>
                  <a:cubicBezTo>
                    <a:pt x="431050" y="222612"/>
                    <a:pt x="432481" y="218740"/>
                    <a:pt x="435239" y="215983"/>
                  </a:cubicBezTo>
                  <a:cubicBezTo>
                    <a:pt x="438898" y="212323"/>
                    <a:pt x="442399" y="213278"/>
                    <a:pt x="445475" y="216035"/>
                  </a:cubicBezTo>
                  <a:cubicBezTo>
                    <a:pt x="434762" y="229294"/>
                    <a:pt x="432959" y="237779"/>
                    <a:pt x="439323" y="244143"/>
                  </a:cubicBezTo>
                  <a:cubicBezTo>
                    <a:pt x="444361" y="249181"/>
                    <a:pt x="451627" y="249446"/>
                    <a:pt x="456929" y="244143"/>
                  </a:cubicBezTo>
                  <a:moveTo>
                    <a:pt x="453376" y="235499"/>
                  </a:moveTo>
                  <a:cubicBezTo>
                    <a:pt x="451096" y="237779"/>
                    <a:pt x="448444" y="238415"/>
                    <a:pt x="446111" y="236082"/>
                  </a:cubicBezTo>
                  <a:cubicBezTo>
                    <a:pt x="443459" y="233431"/>
                    <a:pt x="443884" y="228976"/>
                    <a:pt x="450248" y="220808"/>
                  </a:cubicBezTo>
                  <a:lnTo>
                    <a:pt x="456240" y="226801"/>
                  </a:lnTo>
                  <a:cubicBezTo>
                    <a:pt x="456187" y="230567"/>
                    <a:pt x="455604" y="233272"/>
                    <a:pt x="453376" y="235499"/>
                  </a:cubicBezTo>
                  <a:moveTo>
                    <a:pt x="489430" y="211643"/>
                  </a:moveTo>
                  <a:cubicBezTo>
                    <a:pt x="497172" y="203900"/>
                    <a:pt x="497066" y="195628"/>
                    <a:pt x="491869" y="190430"/>
                  </a:cubicBezTo>
                  <a:cubicBezTo>
                    <a:pt x="486353" y="184915"/>
                    <a:pt x="480043" y="187301"/>
                    <a:pt x="474633" y="189741"/>
                  </a:cubicBezTo>
                  <a:cubicBezTo>
                    <a:pt x="470338" y="191703"/>
                    <a:pt x="466784" y="193665"/>
                    <a:pt x="464610" y="191491"/>
                  </a:cubicBezTo>
                  <a:cubicBezTo>
                    <a:pt x="462913" y="189794"/>
                    <a:pt x="463019" y="187354"/>
                    <a:pt x="465724" y="184649"/>
                  </a:cubicBezTo>
                  <a:cubicBezTo>
                    <a:pt x="467898" y="182475"/>
                    <a:pt x="470974" y="181415"/>
                    <a:pt x="474633" y="180831"/>
                  </a:cubicBezTo>
                  <a:lnTo>
                    <a:pt x="473413" y="172611"/>
                  </a:lnTo>
                  <a:cubicBezTo>
                    <a:pt x="469118" y="173194"/>
                    <a:pt x="463973" y="174733"/>
                    <a:pt x="459678" y="179028"/>
                  </a:cubicBezTo>
                  <a:cubicBezTo>
                    <a:pt x="452890" y="185816"/>
                    <a:pt x="452359" y="193877"/>
                    <a:pt x="457663" y="199181"/>
                  </a:cubicBezTo>
                  <a:cubicBezTo>
                    <a:pt x="462648" y="204166"/>
                    <a:pt x="469118" y="202256"/>
                    <a:pt x="474315" y="199923"/>
                  </a:cubicBezTo>
                  <a:cubicBezTo>
                    <a:pt x="478664" y="198014"/>
                    <a:pt x="482747" y="195946"/>
                    <a:pt x="484975" y="198173"/>
                  </a:cubicBezTo>
                  <a:cubicBezTo>
                    <a:pt x="486831" y="200029"/>
                    <a:pt x="486778" y="202628"/>
                    <a:pt x="483808" y="205598"/>
                  </a:cubicBezTo>
                  <a:cubicBezTo>
                    <a:pt x="481050" y="208355"/>
                    <a:pt x="477338" y="209734"/>
                    <a:pt x="472618" y="210317"/>
                  </a:cubicBezTo>
                  <a:lnTo>
                    <a:pt x="473944" y="218750"/>
                  </a:lnTo>
                  <a:cubicBezTo>
                    <a:pt x="479353" y="218219"/>
                    <a:pt x="485452" y="215621"/>
                    <a:pt x="489430" y="211643"/>
                  </a:cubicBezTo>
                  <a:moveTo>
                    <a:pt x="516830" y="184243"/>
                  </a:moveTo>
                  <a:cubicBezTo>
                    <a:pt x="519429" y="181644"/>
                    <a:pt x="520914" y="178992"/>
                    <a:pt x="521975" y="176871"/>
                  </a:cubicBezTo>
                  <a:lnTo>
                    <a:pt x="515027" y="172469"/>
                  </a:lnTo>
                  <a:cubicBezTo>
                    <a:pt x="514550" y="173582"/>
                    <a:pt x="513701" y="175067"/>
                    <a:pt x="512747" y="176022"/>
                  </a:cubicBezTo>
                  <a:cubicBezTo>
                    <a:pt x="510095" y="178674"/>
                    <a:pt x="507125" y="178462"/>
                    <a:pt x="503731" y="175067"/>
                  </a:cubicBezTo>
                  <a:lnTo>
                    <a:pt x="490579" y="161915"/>
                  </a:lnTo>
                  <a:lnTo>
                    <a:pt x="497897" y="154597"/>
                  </a:lnTo>
                  <a:lnTo>
                    <a:pt x="491746" y="148445"/>
                  </a:lnTo>
                  <a:lnTo>
                    <a:pt x="484427" y="155764"/>
                  </a:lnTo>
                  <a:lnTo>
                    <a:pt x="476419" y="147755"/>
                  </a:lnTo>
                  <a:lnTo>
                    <a:pt x="469949" y="154226"/>
                  </a:lnTo>
                  <a:lnTo>
                    <a:pt x="477056" y="163135"/>
                  </a:lnTo>
                  <a:lnTo>
                    <a:pt x="472813" y="168120"/>
                  </a:lnTo>
                  <a:lnTo>
                    <a:pt x="478594" y="173901"/>
                  </a:lnTo>
                  <a:lnTo>
                    <a:pt x="482783" y="169711"/>
                  </a:lnTo>
                  <a:lnTo>
                    <a:pt x="495935" y="182863"/>
                  </a:lnTo>
                  <a:cubicBezTo>
                    <a:pt x="502565" y="189493"/>
                    <a:pt x="509777" y="191296"/>
                    <a:pt x="516830" y="184243"/>
                  </a:cubicBezTo>
                  <a:moveTo>
                    <a:pt x="540184" y="160888"/>
                  </a:moveTo>
                  <a:cubicBezTo>
                    <a:pt x="543844" y="157229"/>
                    <a:pt x="546336" y="152191"/>
                    <a:pt x="547238" y="147259"/>
                  </a:cubicBezTo>
                  <a:lnTo>
                    <a:pt x="539813" y="145138"/>
                  </a:lnTo>
                  <a:cubicBezTo>
                    <a:pt x="539018" y="148585"/>
                    <a:pt x="537639" y="151448"/>
                    <a:pt x="535199" y="153888"/>
                  </a:cubicBezTo>
                  <a:cubicBezTo>
                    <a:pt x="530798" y="158290"/>
                    <a:pt x="525070" y="158926"/>
                    <a:pt x="519554" y="154684"/>
                  </a:cubicBezTo>
                  <a:lnTo>
                    <a:pt x="537851" y="136387"/>
                  </a:lnTo>
                  <a:cubicBezTo>
                    <a:pt x="537374" y="135485"/>
                    <a:pt x="536101" y="133895"/>
                    <a:pt x="534616" y="132410"/>
                  </a:cubicBezTo>
                  <a:cubicBezTo>
                    <a:pt x="526449" y="124243"/>
                    <a:pt x="516214" y="122492"/>
                    <a:pt x="508046" y="130660"/>
                  </a:cubicBezTo>
                  <a:cubicBezTo>
                    <a:pt x="500993" y="137713"/>
                    <a:pt x="500198" y="150494"/>
                    <a:pt x="509797" y="160093"/>
                  </a:cubicBezTo>
                  <a:cubicBezTo>
                    <a:pt x="519608" y="169904"/>
                    <a:pt x="531858" y="169214"/>
                    <a:pt x="540184" y="160888"/>
                  </a:cubicBezTo>
                  <a:moveTo>
                    <a:pt x="514252" y="149593"/>
                  </a:moveTo>
                  <a:cubicBezTo>
                    <a:pt x="510539" y="144713"/>
                    <a:pt x="511069" y="139728"/>
                    <a:pt x="514198" y="136599"/>
                  </a:cubicBezTo>
                  <a:cubicBezTo>
                    <a:pt x="518017" y="132781"/>
                    <a:pt x="522365" y="133523"/>
                    <a:pt x="526343" y="137501"/>
                  </a:cubicBezTo>
                  <a:lnTo>
                    <a:pt x="514252" y="149593"/>
                  </a:lnTo>
                  <a:moveTo>
                    <a:pt x="557317" y="142271"/>
                  </a:moveTo>
                  <a:lnTo>
                    <a:pt x="565113" y="134475"/>
                  </a:lnTo>
                  <a:lnTo>
                    <a:pt x="547400" y="116762"/>
                  </a:lnTo>
                  <a:cubicBezTo>
                    <a:pt x="544748" y="110822"/>
                    <a:pt x="546021" y="106474"/>
                    <a:pt x="548354" y="104140"/>
                  </a:cubicBezTo>
                  <a:cubicBezTo>
                    <a:pt x="549574" y="102920"/>
                    <a:pt x="550582" y="102231"/>
                    <a:pt x="551960" y="101488"/>
                  </a:cubicBezTo>
                  <a:lnTo>
                    <a:pt x="546551" y="93427"/>
                  </a:lnTo>
                  <a:cubicBezTo>
                    <a:pt x="545279" y="93958"/>
                    <a:pt x="544059" y="94647"/>
                    <a:pt x="542415" y="96291"/>
                  </a:cubicBezTo>
                  <a:cubicBezTo>
                    <a:pt x="539339" y="99367"/>
                    <a:pt x="538278" y="104671"/>
                    <a:pt x="539975" y="110716"/>
                  </a:cubicBezTo>
                  <a:lnTo>
                    <a:pt x="539816" y="110875"/>
                  </a:lnTo>
                  <a:lnTo>
                    <a:pt x="533983" y="106208"/>
                  </a:lnTo>
                  <a:lnTo>
                    <a:pt x="527618" y="112573"/>
                  </a:lnTo>
                  <a:lnTo>
                    <a:pt x="557317" y="142271"/>
                  </a:lnTo>
                </a:path>
              </a:pathLst>
            </a:custGeom>
            <a:solidFill>
              <a:srgbClr val="999999">
                <a:alpha val="30000"/>
              </a:srgbClr>
            </a:solidFill>
          </p:spPr>
        </p:sp>
        <p:sp>
          <p:nvSpPr>
            <p:cNvPr id="201" name="shape201"/>
            <p:cNvSpPr/>
            <p:nvPr/>
          </p:nvSpPr>
          <p:spPr>
            <a:xfrm>
              <a:off x="6866099" y="0"/>
              <a:ext cx="2760000" cy="2760000"/>
            </a:xfrm>
            <a:custGeom>
              <a:avLst/>
              <a:gdLst/>
              <a:ahLst/>
              <a:cxnLst/>
              <a:rect l="0" t="0" r="0" b="0"/>
              <a:pathLst>
                <a:path w="2760000" h="2760000">
                  <a:moveTo>
                    <a:pt x="0" y="0"/>
                  </a:moveTo>
                  <a:lnTo>
                    <a:pt x="2288700" y="0"/>
                  </a:lnTo>
                  <a:lnTo>
                    <a:pt x="2288700" y="653914"/>
                  </a:lnTo>
                  <a:lnTo>
                    <a:pt x="210560" y="653914"/>
                  </a:lnTo>
                  <a:cubicBezTo>
                    <a:pt x="136081" y="653914"/>
                    <a:pt x="98841" y="653914"/>
                    <a:pt x="70495" y="639189"/>
                  </a:cubicBezTo>
                  <a:cubicBezTo>
                    <a:pt x="46609" y="626782"/>
                    <a:pt x="27132" y="607306"/>
                    <a:pt x="14724" y="583419"/>
                  </a:cubicBezTo>
                  <a:cubicBezTo>
                    <a:pt x="0" y="555073"/>
                    <a:pt x="0" y="517833"/>
                    <a:pt x="0" y="443354"/>
                  </a:cubicBezTo>
                  <a:lnTo>
                    <a:pt x="0" y="0"/>
                  </a:lnTo>
                </a:path>
              </a:pathLst>
            </a:custGeom>
            <a:solidFill>
              <a:srgbClr val="14AF78"/>
            </a:solidFill>
          </p:spPr>
        </p:sp>
        <p:sp>
          <p:nvSpPr>
            <p:cNvPr id="202" name="shape202"/>
            <p:cNvSpPr/>
            <p:nvPr/>
          </p:nvSpPr>
          <p:spPr>
            <a:xfrm>
              <a:off x="6866099" y="0"/>
              <a:ext cx="2760000" cy="2760000"/>
            </a:xfrm>
            <a:custGeom>
              <a:avLst/>
              <a:gdLst/>
              <a:ahLst/>
              <a:cxnLst/>
              <a:rect l="0" t="0" r="0" b="0"/>
              <a:pathLst>
                <a:path w="2760000" h="2760000">
                  <a:moveTo>
                    <a:pt x="686610" y="192762"/>
                  </a:moveTo>
                  <a:cubicBezTo>
                    <a:pt x="686610" y="149503"/>
                    <a:pt x="721678" y="114435"/>
                    <a:pt x="764937" y="114435"/>
                  </a:cubicBezTo>
                  <a:lnTo>
                    <a:pt x="951588" y="114435"/>
                  </a:lnTo>
                  <a:cubicBezTo>
                    <a:pt x="994847" y="114435"/>
                    <a:pt x="1029915" y="149503"/>
                    <a:pt x="1029915" y="192762"/>
                  </a:cubicBezTo>
                  <a:lnTo>
                    <a:pt x="1029915" y="379413"/>
                  </a:lnTo>
                  <a:cubicBezTo>
                    <a:pt x="1029915" y="422672"/>
                    <a:pt x="994847" y="457740"/>
                    <a:pt x="951588" y="457740"/>
                  </a:cubicBezTo>
                  <a:lnTo>
                    <a:pt x="764937" y="457740"/>
                  </a:lnTo>
                  <a:cubicBezTo>
                    <a:pt x="721678" y="457740"/>
                    <a:pt x="686610" y="422672"/>
                    <a:pt x="686610" y="379413"/>
                  </a:cubicBezTo>
                  <a:lnTo>
                    <a:pt x="686610" y="192762"/>
                  </a:lnTo>
                </a:path>
              </a:pathLst>
            </a:custGeom>
            <a:gradFill>
              <a:gsLst>
                <a:gs pos="0">
                  <a:srgbClr val="008899"/>
                </a:gs>
                <a:gs pos="100000">
                  <a:srgbClr val="66FF66"/>
                </a:gs>
              </a:gsLst>
              <a:lin ang="13500000" scaled="0"/>
            </a:gradFill>
          </p:spPr>
        </p:sp>
        <p:sp>
          <p:nvSpPr>
            <p:cNvPr id="203" name="shape203"/>
            <p:cNvSpPr/>
            <p:nvPr/>
          </p:nvSpPr>
          <p:spPr>
            <a:xfrm>
              <a:off x="6866099" y="0"/>
              <a:ext cx="2760000" cy="2760000"/>
            </a:xfrm>
            <a:custGeom>
              <a:avLst/>
              <a:gdLst/>
              <a:ahLst/>
              <a:cxnLst/>
              <a:rect l="0" t="0" r="0" b="0"/>
              <a:pathLst>
                <a:path w="2760000" h="2760000">
                  <a:moveTo>
                    <a:pt x="916588" y="222309"/>
                  </a:moveTo>
                  <a:cubicBezTo>
                    <a:pt x="923689" y="229411"/>
                    <a:pt x="923689" y="240924"/>
                    <a:pt x="916587" y="248027"/>
                  </a:cubicBezTo>
                  <a:lnTo>
                    <a:pt x="825663" y="338950"/>
                  </a:lnTo>
                  <a:cubicBezTo>
                    <a:pt x="818562" y="346052"/>
                    <a:pt x="807048" y="346052"/>
                    <a:pt x="799946" y="338950"/>
                  </a:cubicBezTo>
                  <a:cubicBezTo>
                    <a:pt x="792845" y="331849"/>
                    <a:pt x="792845" y="320335"/>
                    <a:pt x="799946" y="313234"/>
                  </a:cubicBezTo>
                  <a:lnTo>
                    <a:pt x="890870" y="222310"/>
                  </a:lnTo>
                  <a:cubicBezTo>
                    <a:pt x="897972" y="215208"/>
                    <a:pt x="909486" y="215208"/>
                    <a:pt x="916588" y="222309"/>
                  </a:cubicBezTo>
                </a:path>
              </a:pathLst>
            </a:custGeom>
            <a:solidFill>
              <a:srgbClr val="F3F8F9"/>
            </a:solidFill>
          </p:spPr>
        </p:sp>
        <p:sp>
          <p:nvSpPr>
            <p:cNvPr id="204" name="shape204"/>
            <p:cNvSpPr/>
            <p:nvPr/>
          </p:nvSpPr>
          <p:spPr>
            <a:xfrm>
              <a:off x="6866099" y="0"/>
              <a:ext cx="2760000" cy="2760000"/>
            </a:xfrm>
            <a:custGeom>
              <a:avLst/>
              <a:gdLst/>
              <a:ahLst/>
              <a:cxnLst/>
              <a:rect l="0" t="0" r="0" b="0"/>
              <a:pathLst>
                <a:path w="2760000" h="2760000">
                  <a:moveTo>
                    <a:pt x="785529" y="233606"/>
                  </a:moveTo>
                  <a:lnTo>
                    <a:pt x="785529" y="327651"/>
                  </a:lnTo>
                  <a:lnTo>
                    <a:pt x="799947" y="313233"/>
                  </a:lnTo>
                  <a:cubicBezTo>
                    <a:pt x="807049" y="306132"/>
                    <a:pt x="818563" y="306132"/>
                    <a:pt x="825664" y="313233"/>
                  </a:cubicBezTo>
                  <a:cubicBezTo>
                    <a:pt x="832765" y="320334"/>
                    <a:pt x="832765" y="331848"/>
                    <a:pt x="825664" y="338950"/>
                  </a:cubicBezTo>
                  <a:lnTo>
                    <a:pt x="795724" y="368890"/>
                  </a:lnTo>
                  <a:cubicBezTo>
                    <a:pt x="778540" y="386073"/>
                    <a:pt x="749159" y="373903"/>
                    <a:pt x="749160" y="349602"/>
                  </a:cubicBezTo>
                  <a:lnTo>
                    <a:pt x="749159" y="211657"/>
                  </a:lnTo>
                  <a:cubicBezTo>
                    <a:pt x="749159" y="187355"/>
                    <a:pt x="778540" y="175185"/>
                    <a:pt x="795724" y="192368"/>
                  </a:cubicBezTo>
                  <a:lnTo>
                    <a:pt x="931007" y="327651"/>
                  </a:lnTo>
                  <a:lnTo>
                    <a:pt x="931007" y="233606"/>
                  </a:lnTo>
                  <a:lnTo>
                    <a:pt x="916589" y="248025"/>
                  </a:lnTo>
                  <a:cubicBezTo>
                    <a:pt x="909486" y="255127"/>
                    <a:pt x="897972" y="255127"/>
                    <a:pt x="890871" y="248026"/>
                  </a:cubicBezTo>
                  <a:cubicBezTo>
                    <a:pt x="883770" y="240924"/>
                    <a:pt x="883770" y="229411"/>
                    <a:pt x="890872" y="222308"/>
                  </a:cubicBezTo>
                  <a:lnTo>
                    <a:pt x="920811" y="192369"/>
                  </a:lnTo>
                  <a:cubicBezTo>
                    <a:pt x="937995" y="175185"/>
                    <a:pt x="967377" y="187354"/>
                    <a:pt x="967376" y="211656"/>
                  </a:cubicBezTo>
                  <a:lnTo>
                    <a:pt x="967376" y="349602"/>
                  </a:lnTo>
                  <a:cubicBezTo>
                    <a:pt x="967377" y="373903"/>
                    <a:pt x="937995" y="386073"/>
                    <a:pt x="920812" y="368890"/>
                  </a:cubicBezTo>
                  <a:lnTo>
                    <a:pt x="785529" y="233606"/>
                  </a:lnTo>
                </a:path>
              </a:pathLst>
            </a:custGeom>
            <a:solidFill>
              <a:srgbClr val="FFFFFF"/>
            </a:solidFill>
          </p:spPr>
        </p:sp>
        <p:sp>
          <p:nvSpPr>
            <p:cNvPr id="205" name="shape205"/>
            <p:cNvSpPr/>
            <p:nvPr/>
          </p:nvSpPr>
          <p:spPr>
            <a:xfrm>
              <a:off x="6866099" y="0"/>
              <a:ext cx="2760000" cy="2760000"/>
            </a:xfrm>
            <a:custGeom>
              <a:avLst/>
              <a:gdLst/>
              <a:ahLst/>
              <a:cxnLst/>
              <a:rect l="0" t="0" r="0" b="0"/>
              <a:pathLst>
                <a:path w="2760000" h="2760000">
                  <a:moveTo>
                    <a:pt x="1123420" y="100063"/>
                  </a:moveTo>
                  <a:cubicBezTo>
                    <a:pt x="1115246" y="123277"/>
                    <a:pt x="1100860" y="146491"/>
                    <a:pt x="1086147" y="161204"/>
                  </a:cubicBezTo>
                  <a:cubicBezTo>
                    <a:pt x="1089580" y="165945"/>
                    <a:pt x="1094812" y="176571"/>
                    <a:pt x="1096610" y="181312"/>
                  </a:cubicBezTo>
                  <a:cubicBezTo>
                    <a:pt x="1100370" y="177225"/>
                    <a:pt x="1104130" y="172648"/>
                    <a:pt x="1107890" y="167906"/>
                  </a:cubicBezTo>
                  <a:lnTo>
                    <a:pt x="1107890" y="251935"/>
                  </a:lnTo>
                  <a:lnTo>
                    <a:pt x="1126853" y="251935"/>
                  </a:lnTo>
                  <a:lnTo>
                    <a:pt x="1126853" y="138317"/>
                  </a:lnTo>
                  <a:cubicBezTo>
                    <a:pt x="1132575" y="127691"/>
                    <a:pt x="1137643" y="116574"/>
                    <a:pt x="1141730" y="105621"/>
                  </a:cubicBezTo>
                  <a:lnTo>
                    <a:pt x="1123420" y="100063"/>
                  </a:lnTo>
                  <a:moveTo>
                    <a:pt x="1175734" y="228557"/>
                  </a:moveTo>
                  <a:cubicBezTo>
                    <a:pt x="1166415" y="228557"/>
                    <a:pt x="1161020" y="226105"/>
                    <a:pt x="1161020" y="220057"/>
                  </a:cubicBezTo>
                  <a:cubicBezTo>
                    <a:pt x="1161020" y="211882"/>
                    <a:pt x="1165271" y="200112"/>
                    <a:pt x="1232787" y="122296"/>
                  </a:cubicBezTo>
                  <a:cubicBezTo>
                    <a:pt x="1233768" y="121315"/>
                    <a:pt x="1234749" y="120171"/>
                    <a:pt x="1235240" y="119190"/>
                  </a:cubicBezTo>
                  <a:lnTo>
                    <a:pt x="1222979" y="112651"/>
                  </a:lnTo>
                  <a:lnTo>
                    <a:pt x="1218565" y="113305"/>
                  </a:lnTo>
                  <a:lnTo>
                    <a:pt x="1146144" y="113305"/>
                  </a:lnTo>
                  <a:lnTo>
                    <a:pt x="1146144" y="131614"/>
                  </a:lnTo>
                  <a:lnTo>
                    <a:pt x="1199765" y="131614"/>
                  </a:lnTo>
                  <a:cubicBezTo>
                    <a:pt x="1144672" y="198477"/>
                    <a:pt x="1141566" y="210575"/>
                    <a:pt x="1141566" y="222181"/>
                  </a:cubicBezTo>
                  <a:cubicBezTo>
                    <a:pt x="1141566" y="237385"/>
                    <a:pt x="1152029" y="247357"/>
                    <a:pt x="1176387" y="247357"/>
                  </a:cubicBezTo>
                  <a:lnTo>
                    <a:pt x="1208920" y="247357"/>
                  </a:lnTo>
                  <a:cubicBezTo>
                    <a:pt x="1229354" y="247357"/>
                    <a:pt x="1236711" y="240164"/>
                    <a:pt x="1239000" y="204526"/>
                  </a:cubicBezTo>
                  <a:cubicBezTo>
                    <a:pt x="1233605" y="203709"/>
                    <a:pt x="1226902" y="201092"/>
                    <a:pt x="1221835" y="198314"/>
                  </a:cubicBezTo>
                  <a:cubicBezTo>
                    <a:pt x="1220853" y="224307"/>
                    <a:pt x="1218402" y="228557"/>
                    <a:pt x="1210391" y="228557"/>
                  </a:cubicBezTo>
                  <a:lnTo>
                    <a:pt x="1175734" y="228557"/>
                  </a:lnTo>
                  <a:moveTo>
                    <a:pt x="1357195" y="229211"/>
                  </a:moveTo>
                  <a:lnTo>
                    <a:pt x="1365205" y="216297"/>
                  </a:lnTo>
                  <a:cubicBezTo>
                    <a:pt x="1348531" y="210575"/>
                    <a:pt x="1320902" y="204689"/>
                    <a:pt x="1298833" y="202401"/>
                  </a:cubicBezTo>
                  <a:lnTo>
                    <a:pt x="1290005" y="214988"/>
                  </a:lnTo>
                  <a:cubicBezTo>
                    <a:pt x="1311584" y="217441"/>
                    <a:pt x="1338068" y="223326"/>
                    <a:pt x="1354415" y="229211"/>
                  </a:cubicBezTo>
                  <a:lnTo>
                    <a:pt x="1277090" y="229211"/>
                  </a:lnTo>
                  <a:lnTo>
                    <a:pt x="1277090" y="180822"/>
                  </a:lnTo>
                  <a:cubicBezTo>
                    <a:pt x="1279870" y="184745"/>
                    <a:pt x="1282812" y="190303"/>
                    <a:pt x="1284119" y="194063"/>
                  </a:cubicBezTo>
                  <a:cubicBezTo>
                    <a:pt x="1292947" y="191938"/>
                    <a:pt x="1302102" y="189159"/>
                    <a:pt x="1310930" y="185726"/>
                  </a:cubicBezTo>
                  <a:lnTo>
                    <a:pt x="1304881" y="194063"/>
                  </a:lnTo>
                  <a:cubicBezTo>
                    <a:pt x="1318614" y="197006"/>
                    <a:pt x="1335943" y="202891"/>
                    <a:pt x="1345587" y="207305"/>
                  </a:cubicBezTo>
                  <a:lnTo>
                    <a:pt x="1353435" y="195371"/>
                  </a:lnTo>
                  <a:cubicBezTo>
                    <a:pt x="1344280" y="191284"/>
                    <a:pt x="1328913" y="186544"/>
                    <a:pt x="1315998" y="183764"/>
                  </a:cubicBezTo>
                  <a:cubicBezTo>
                    <a:pt x="1320412" y="181802"/>
                    <a:pt x="1324826" y="179840"/>
                    <a:pt x="1329077" y="177552"/>
                  </a:cubicBezTo>
                  <a:cubicBezTo>
                    <a:pt x="1341664" y="184091"/>
                    <a:pt x="1355560" y="188995"/>
                    <a:pt x="1369783" y="191938"/>
                  </a:cubicBezTo>
                  <a:cubicBezTo>
                    <a:pt x="1371581" y="188505"/>
                    <a:pt x="1375177" y="183274"/>
                    <a:pt x="1378447" y="179514"/>
                  </a:cubicBezTo>
                  <a:lnTo>
                    <a:pt x="1378447" y="229211"/>
                  </a:lnTo>
                  <a:lnTo>
                    <a:pt x="1357195" y="229211"/>
                  </a:lnTo>
                  <a:moveTo>
                    <a:pt x="1312401" y="123114"/>
                  </a:moveTo>
                  <a:cubicBezTo>
                    <a:pt x="1304391" y="135211"/>
                    <a:pt x="1291149" y="146654"/>
                    <a:pt x="1277908" y="154174"/>
                  </a:cubicBezTo>
                  <a:cubicBezTo>
                    <a:pt x="1281504" y="156790"/>
                    <a:pt x="1287716" y="162512"/>
                    <a:pt x="1290659" y="165618"/>
                  </a:cubicBezTo>
                  <a:cubicBezTo>
                    <a:pt x="1293929" y="163493"/>
                    <a:pt x="1297362" y="161040"/>
                    <a:pt x="1300631" y="158262"/>
                  </a:cubicBezTo>
                  <a:cubicBezTo>
                    <a:pt x="1304064" y="161531"/>
                    <a:pt x="1307988" y="164637"/>
                    <a:pt x="1312238" y="167743"/>
                  </a:cubicBezTo>
                  <a:cubicBezTo>
                    <a:pt x="1301122" y="172157"/>
                    <a:pt x="1288861" y="175590"/>
                    <a:pt x="1277090" y="177879"/>
                  </a:cubicBezTo>
                  <a:lnTo>
                    <a:pt x="1277090" y="123114"/>
                  </a:lnTo>
                  <a:lnTo>
                    <a:pt x="1312401" y="123114"/>
                  </a:lnTo>
                  <a:moveTo>
                    <a:pt x="1344443" y="149924"/>
                  </a:moveTo>
                  <a:cubicBezTo>
                    <a:pt x="1339703" y="153684"/>
                    <a:pt x="1334471" y="157280"/>
                    <a:pt x="1328259" y="160223"/>
                  </a:cubicBezTo>
                  <a:cubicBezTo>
                    <a:pt x="1322374" y="157280"/>
                    <a:pt x="1317306" y="153684"/>
                    <a:pt x="1313056" y="149924"/>
                  </a:cubicBezTo>
                  <a:lnTo>
                    <a:pt x="1344443" y="149924"/>
                  </a:lnTo>
                  <a:moveTo>
                    <a:pt x="1378447" y="177061"/>
                  </a:moveTo>
                  <a:cubicBezTo>
                    <a:pt x="1367167" y="174936"/>
                    <a:pt x="1355724" y="171994"/>
                    <a:pt x="1345424" y="168070"/>
                  </a:cubicBezTo>
                  <a:cubicBezTo>
                    <a:pt x="1356541" y="160387"/>
                    <a:pt x="1366186" y="151559"/>
                    <a:pt x="1372725" y="141423"/>
                  </a:cubicBezTo>
                  <a:lnTo>
                    <a:pt x="1361772" y="134884"/>
                  </a:lnTo>
                  <a:lnTo>
                    <a:pt x="1358993" y="135538"/>
                  </a:lnTo>
                  <a:lnTo>
                    <a:pt x="1323355" y="135538"/>
                  </a:lnTo>
                  <a:cubicBezTo>
                    <a:pt x="1325316" y="133086"/>
                    <a:pt x="1327115" y="130470"/>
                    <a:pt x="1328749" y="128018"/>
                  </a:cubicBezTo>
                  <a:lnTo>
                    <a:pt x="1314854" y="123114"/>
                  </a:lnTo>
                  <a:lnTo>
                    <a:pt x="1378447" y="123114"/>
                  </a:lnTo>
                  <a:lnTo>
                    <a:pt x="1378447" y="177061"/>
                  </a:lnTo>
                  <a:moveTo>
                    <a:pt x="1258454" y="105621"/>
                  </a:moveTo>
                  <a:lnTo>
                    <a:pt x="1258454" y="252261"/>
                  </a:lnTo>
                  <a:lnTo>
                    <a:pt x="1277090" y="252261"/>
                  </a:lnTo>
                  <a:lnTo>
                    <a:pt x="1277090" y="246377"/>
                  </a:lnTo>
                  <a:lnTo>
                    <a:pt x="1378447" y="246377"/>
                  </a:lnTo>
                  <a:lnTo>
                    <a:pt x="1378447" y="252261"/>
                  </a:lnTo>
                  <a:lnTo>
                    <a:pt x="1398064" y="252261"/>
                  </a:lnTo>
                  <a:lnTo>
                    <a:pt x="1398064" y="105621"/>
                  </a:lnTo>
                  <a:lnTo>
                    <a:pt x="1258454" y="105621"/>
                  </a:lnTo>
                  <a:moveTo>
                    <a:pt x="1438934" y="180658"/>
                  </a:moveTo>
                  <a:cubicBezTo>
                    <a:pt x="1439097" y="175100"/>
                    <a:pt x="1439097" y="169868"/>
                    <a:pt x="1439097" y="165291"/>
                  </a:cubicBezTo>
                  <a:lnTo>
                    <a:pt x="1439097" y="159242"/>
                  </a:lnTo>
                  <a:lnTo>
                    <a:pt x="1452012" y="159242"/>
                  </a:lnTo>
                  <a:lnTo>
                    <a:pt x="1452012" y="180658"/>
                  </a:lnTo>
                  <a:lnTo>
                    <a:pt x="1438934" y="180658"/>
                  </a:lnTo>
                  <a:moveTo>
                    <a:pt x="1452012" y="120171"/>
                  </a:moveTo>
                  <a:lnTo>
                    <a:pt x="1452012" y="143548"/>
                  </a:lnTo>
                  <a:lnTo>
                    <a:pt x="1439097" y="143548"/>
                  </a:lnTo>
                  <a:lnTo>
                    <a:pt x="1439097" y="120171"/>
                  </a:lnTo>
                  <a:lnTo>
                    <a:pt x="1452012" y="120171"/>
                  </a:lnTo>
                  <a:moveTo>
                    <a:pt x="1468197" y="105131"/>
                  </a:moveTo>
                  <a:lnTo>
                    <a:pt x="1422259" y="105131"/>
                  </a:lnTo>
                  <a:lnTo>
                    <a:pt x="1422259" y="165455"/>
                  </a:lnTo>
                  <a:cubicBezTo>
                    <a:pt x="1422259" y="188505"/>
                    <a:pt x="1421605" y="220057"/>
                    <a:pt x="1413104" y="241799"/>
                  </a:cubicBezTo>
                  <a:cubicBezTo>
                    <a:pt x="1416701" y="243433"/>
                    <a:pt x="1424221" y="249483"/>
                    <a:pt x="1427000" y="252752"/>
                  </a:cubicBezTo>
                  <a:cubicBezTo>
                    <a:pt x="1433539" y="237549"/>
                    <a:pt x="1436645" y="216460"/>
                    <a:pt x="1438117" y="196843"/>
                  </a:cubicBezTo>
                  <a:lnTo>
                    <a:pt x="1452012" y="196843"/>
                  </a:lnTo>
                  <a:lnTo>
                    <a:pt x="1452012" y="231500"/>
                  </a:lnTo>
                  <a:cubicBezTo>
                    <a:pt x="1452012" y="233462"/>
                    <a:pt x="1451522" y="233952"/>
                    <a:pt x="1449723" y="234116"/>
                  </a:cubicBezTo>
                  <a:cubicBezTo>
                    <a:pt x="1447925" y="234116"/>
                    <a:pt x="1443184" y="234116"/>
                    <a:pt x="1438280" y="233789"/>
                  </a:cubicBezTo>
                  <a:cubicBezTo>
                    <a:pt x="1440405" y="238366"/>
                    <a:pt x="1442694" y="246050"/>
                    <a:pt x="1443184" y="250627"/>
                  </a:cubicBezTo>
                  <a:cubicBezTo>
                    <a:pt x="1451849" y="250627"/>
                    <a:pt x="1457897" y="250300"/>
                    <a:pt x="1462475" y="247194"/>
                  </a:cubicBezTo>
                  <a:cubicBezTo>
                    <a:pt x="1467052" y="244415"/>
                    <a:pt x="1468197" y="239510"/>
                    <a:pt x="1468197" y="231663"/>
                  </a:cubicBezTo>
                  <a:lnTo>
                    <a:pt x="1468197" y="105131"/>
                  </a:lnTo>
                  <a:moveTo>
                    <a:pt x="1493372" y="227249"/>
                  </a:moveTo>
                  <a:lnTo>
                    <a:pt x="1493372" y="212373"/>
                  </a:lnTo>
                  <a:cubicBezTo>
                    <a:pt x="1496805" y="215806"/>
                    <a:pt x="1500892" y="220220"/>
                    <a:pt x="1502527" y="222835"/>
                  </a:cubicBezTo>
                  <a:cubicBezTo>
                    <a:pt x="1508903" y="216297"/>
                    <a:pt x="1514788" y="208122"/>
                    <a:pt x="1520019" y="199131"/>
                  </a:cubicBezTo>
                  <a:cubicBezTo>
                    <a:pt x="1524924" y="206161"/>
                    <a:pt x="1529174" y="212864"/>
                    <a:pt x="1531790" y="218422"/>
                  </a:cubicBezTo>
                  <a:lnTo>
                    <a:pt x="1543560" y="208940"/>
                  </a:lnTo>
                  <a:lnTo>
                    <a:pt x="1543560" y="227249"/>
                  </a:lnTo>
                  <a:lnTo>
                    <a:pt x="1493372" y="227249"/>
                  </a:lnTo>
                  <a:moveTo>
                    <a:pt x="1493372" y="164637"/>
                  </a:moveTo>
                  <a:cubicBezTo>
                    <a:pt x="1498767" y="170849"/>
                    <a:pt x="1504325" y="177716"/>
                    <a:pt x="1509556" y="184582"/>
                  </a:cubicBezTo>
                  <a:cubicBezTo>
                    <a:pt x="1504816" y="193246"/>
                    <a:pt x="1499421" y="201092"/>
                    <a:pt x="1493372" y="207305"/>
                  </a:cubicBezTo>
                  <a:lnTo>
                    <a:pt x="1493372" y="164637"/>
                  </a:lnTo>
                  <a:moveTo>
                    <a:pt x="1543560" y="203872"/>
                  </a:moveTo>
                  <a:cubicBezTo>
                    <a:pt x="1539800" y="197496"/>
                    <a:pt x="1534569" y="190140"/>
                    <a:pt x="1528683" y="182620"/>
                  </a:cubicBezTo>
                  <a:cubicBezTo>
                    <a:pt x="1534078" y="170849"/>
                    <a:pt x="1538493" y="158098"/>
                    <a:pt x="1542089" y="145183"/>
                  </a:cubicBezTo>
                  <a:lnTo>
                    <a:pt x="1526068" y="141423"/>
                  </a:lnTo>
                  <a:cubicBezTo>
                    <a:pt x="1523779" y="150741"/>
                    <a:pt x="1520837" y="159733"/>
                    <a:pt x="1517404" y="168397"/>
                  </a:cubicBezTo>
                  <a:cubicBezTo>
                    <a:pt x="1512663" y="162839"/>
                    <a:pt x="1507922" y="157607"/>
                    <a:pt x="1503508" y="152867"/>
                  </a:cubicBezTo>
                  <a:lnTo>
                    <a:pt x="1493372" y="160550"/>
                  </a:lnTo>
                  <a:lnTo>
                    <a:pt x="1493372" y="150251"/>
                  </a:lnTo>
                  <a:lnTo>
                    <a:pt x="1475390" y="150251"/>
                  </a:lnTo>
                  <a:lnTo>
                    <a:pt x="1475390" y="245232"/>
                  </a:lnTo>
                  <a:lnTo>
                    <a:pt x="1543560" y="245232"/>
                  </a:lnTo>
                  <a:lnTo>
                    <a:pt x="1543560" y="251935"/>
                  </a:lnTo>
                  <a:lnTo>
                    <a:pt x="1561380" y="251935"/>
                  </a:lnTo>
                  <a:lnTo>
                    <a:pt x="1561380" y="150087"/>
                  </a:lnTo>
                  <a:lnTo>
                    <a:pt x="1543560" y="150087"/>
                  </a:lnTo>
                  <a:lnTo>
                    <a:pt x="1543560" y="203872"/>
                  </a:lnTo>
                  <a:moveTo>
                    <a:pt x="1530482" y="121969"/>
                  </a:moveTo>
                  <a:cubicBezTo>
                    <a:pt x="1527539" y="115430"/>
                    <a:pt x="1521981" y="105948"/>
                    <a:pt x="1517731" y="98919"/>
                  </a:cubicBezTo>
                  <a:lnTo>
                    <a:pt x="1500402" y="104804"/>
                  </a:lnTo>
                  <a:cubicBezTo>
                    <a:pt x="1503181" y="110035"/>
                    <a:pt x="1506614" y="116247"/>
                    <a:pt x="1509229" y="121969"/>
                  </a:cubicBezTo>
                  <a:lnTo>
                    <a:pt x="1472283" y="121969"/>
                  </a:lnTo>
                  <a:lnTo>
                    <a:pt x="1472283" y="140115"/>
                  </a:lnTo>
                  <a:lnTo>
                    <a:pt x="1565303" y="140115"/>
                  </a:lnTo>
                  <a:lnTo>
                    <a:pt x="1565303" y="121969"/>
                  </a:lnTo>
                  <a:lnTo>
                    <a:pt x="1530482" y="121969"/>
                  </a:lnTo>
                  <a:moveTo>
                    <a:pt x="1684152" y="229211"/>
                  </a:moveTo>
                  <a:lnTo>
                    <a:pt x="1692162" y="216297"/>
                  </a:lnTo>
                  <a:cubicBezTo>
                    <a:pt x="1675487" y="210575"/>
                    <a:pt x="1647860" y="204689"/>
                    <a:pt x="1625790" y="202401"/>
                  </a:cubicBezTo>
                  <a:lnTo>
                    <a:pt x="1616962" y="214988"/>
                  </a:lnTo>
                  <a:cubicBezTo>
                    <a:pt x="1638541" y="217441"/>
                    <a:pt x="1665025" y="223326"/>
                    <a:pt x="1681373" y="229211"/>
                  </a:cubicBezTo>
                  <a:lnTo>
                    <a:pt x="1604047" y="229211"/>
                  </a:lnTo>
                  <a:lnTo>
                    <a:pt x="1604047" y="180822"/>
                  </a:lnTo>
                  <a:cubicBezTo>
                    <a:pt x="1606826" y="184745"/>
                    <a:pt x="1609769" y="190303"/>
                    <a:pt x="1611077" y="194063"/>
                  </a:cubicBezTo>
                  <a:cubicBezTo>
                    <a:pt x="1619905" y="191938"/>
                    <a:pt x="1629059" y="189159"/>
                    <a:pt x="1637887" y="185726"/>
                  </a:cubicBezTo>
                  <a:lnTo>
                    <a:pt x="1631839" y="194063"/>
                  </a:lnTo>
                  <a:cubicBezTo>
                    <a:pt x="1645571" y="197006"/>
                    <a:pt x="1662899" y="202891"/>
                    <a:pt x="1672545" y="207305"/>
                  </a:cubicBezTo>
                  <a:lnTo>
                    <a:pt x="1680392" y="195371"/>
                  </a:lnTo>
                  <a:cubicBezTo>
                    <a:pt x="1671237" y="191284"/>
                    <a:pt x="1655870" y="186544"/>
                    <a:pt x="1642955" y="183764"/>
                  </a:cubicBezTo>
                  <a:cubicBezTo>
                    <a:pt x="1647369" y="181802"/>
                    <a:pt x="1651783" y="179840"/>
                    <a:pt x="1656033" y="177552"/>
                  </a:cubicBezTo>
                  <a:cubicBezTo>
                    <a:pt x="1668621" y="184091"/>
                    <a:pt x="1682517" y="188995"/>
                    <a:pt x="1696740" y="191938"/>
                  </a:cubicBezTo>
                  <a:cubicBezTo>
                    <a:pt x="1698538" y="188505"/>
                    <a:pt x="1702135" y="183274"/>
                    <a:pt x="1705404" y="179514"/>
                  </a:cubicBezTo>
                  <a:lnTo>
                    <a:pt x="1705404" y="229211"/>
                  </a:lnTo>
                  <a:lnTo>
                    <a:pt x="1684152" y="229211"/>
                  </a:lnTo>
                  <a:moveTo>
                    <a:pt x="1639358" y="123114"/>
                  </a:moveTo>
                  <a:cubicBezTo>
                    <a:pt x="1631348" y="135211"/>
                    <a:pt x="1618106" y="146654"/>
                    <a:pt x="1604865" y="154174"/>
                  </a:cubicBezTo>
                  <a:cubicBezTo>
                    <a:pt x="1608461" y="156790"/>
                    <a:pt x="1614673" y="162512"/>
                    <a:pt x="1617616" y="165618"/>
                  </a:cubicBezTo>
                  <a:cubicBezTo>
                    <a:pt x="1620886" y="163493"/>
                    <a:pt x="1624319" y="161040"/>
                    <a:pt x="1627588" y="158262"/>
                  </a:cubicBezTo>
                  <a:cubicBezTo>
                    <a:pt x="1631021" y="161531"/>
                    <a:pt x="1634945" y="164637"/>
                    <a:pt x="1639195" y="167743"/>
                  </a:cubicBezTo>
                  <a:cubicBezTo>
                    <a:pt x="1628079" y="172157"/>
                    <a:pt x="1615818" y="175590"/>
                    <a:pt x="1604047" y="177879"/>
                  </a:cubicBezTo>
                  <a:lnTo>
                    <a:pt x="1604047" y="123114"/>
                  </a:lnTo>
                  <a:lnTo>
                    <a:pt x="1639358" y="123114"/>
                  </a:lnTo>
                  <a:moveTo>
                    <a:pt x="1671400" y="149924"/>
                  </a:moveTo>
                  <a:cubicBezTo>
                    <a:pt x="1666660" y="153684"/>
                    <a:pt x="1661428" y="157280"/>
                    <a:pt x="1655216" y="160223"/>
                  </a:cubicBezTo>
                  <a:cubicBezTo>
                    <a:pt x="1649331" y="157280"/>
                    <a:pt x="1644263" y="153684"/>
                    <a:pt x="1640012" y="149924"/>
                  </a:cubicBezTo>
                  <a:lnTo>
                    <a:pt x="1671400" y="149924"/>
                  </a:lnTo>
                  <a:moveTo>
                    <a:pt x="1705404" y="177061"/>
                  </a:moveTo>
                  <a:cubicBezTo>
                    <a:pt x="1694124" y="174936"/>
                    <a:pt x="1682681" y="171994"/>
                    <a:pt x="1672382" y="168070"/>
                  </a:cubicBezTo>
                  <a:cubicBezTo>
                    <a:pt x="1683497" y="160387"/>
                    <a:pt x="1693143" y="151559"/>
                    <a:pt x="1699682" y="141423"/>
                  </a:cubicBezTo>
                  <a:lnTo>
                    <a:pt x="1688729" y="134884"/>
                  </a:lnTo>
                  <a:lnTo>
                    <a:pt x="1685950" y="135538"/>
                  </a:lnTo>
                  <a:lnTo>
                    <a:pt x="1650311" y="135538"/>
                  </a:lnTo>
                  <a:cubicBezTo>
                    <a:pt x="1652273" y="133086"/>
                    <a:pt x="1654072" y="130470"/>
                    <a:pt x="1655706" y="128018"/>
                  </a:cubicBezTo>
                  <a:lnTo>
                    <a:pt x="1641811" y="123114"/>
                  </a:lnTo>
                  <a:lnTo>
                    <a:pt x="1705404" y="123114"/>
                  </a:lnTo>
                  <a:lnTo>
                    <a:pt x="1705404" y="177061"/>
                  </a:lnTo>
                  <a:moveTo>
                    <a:pt x="1585411" y="105621"/>
                  </a:moveTo>
                  <a:lnTo>
                    <a:pt x="1585411" y="252261"/>
                  </a:lnTo>
                  <a:lnTo>
                    <a:pt x="1604047" y="252261"/>
                  </a:lnTo>
                  <a:lnTo>
                    <a:pt x="1604047" y="246377"/>
                  </a:lnTo>
                  <a:lnTo>
                    <a:pt x="1705404" y="246377"/>
                  </a:lnTo>
                  <a:lnTo>
                    <a:pt x="1705404" y="252261"/>
                  </a:lnTo>
                  <a:lnTo>
                    <a:pt x="1725022" y="252261"/>
                  </a:lnTo>
                  <a:lnTo>
                    <a:pt x="1725022" y="105621"/>
                  </a:lnTo>
                  <a:lnTo>
                    <a:pt x="1585411" y="105621"/>
                  </a:lnTo>
                  <a:moveTo>
                    <a:pt x="1097754" y="430985"/>
                  </a:moveTo>
                  <a:lnTo>
                    <a:pt x="1119497" y="430985"/>
                  </a:lnTo>
                  <a:lnTo>
                    <a:pt x="1119497" y="380469"/>
                  </a:lnTo>
                  <a:cubicBezTo>
                    <a:pt x="1119497" y="369026"/>
                    <a:pt x="1117535" y="352188"/>
                    <a:pt x="1116391" y="340745"/>
                  </a:cubicBezTo>
                  <a:lnTo>
                    <a:pt x="1117045" y="340745"/>
                  </a:lnTo>
                  <a:lnTo>
                    <a:pt x="1126690" y="369190"/>
                  </a:lnTo>
                  <a:lnTo>
                    <a:pt x="1145490" y="420032"/>
                  </a:lnTo>
                  <a:lnTo>
                    <a:pt x="1159385" y="420032"/>
                  </a:lnTo>
                  <a:lnTo>
                    <a:pt x="1178022" y="369190"/>
                  </a:lnTo>
                  <a:lnTo>
                    <a:pt x="1187831" y="340745"/>
                  </a:lnTo>
                  <a:lnTo>
                    <a:pt x="1188648" y="340745"/>
                  </a:lnTo>
                  <a:cubicBezTo>
                    <a:pt x="1187340" y="352188"/>
                    <a:pt x="1185542" y="369026"/>
                    <a:pt x="1185542" y="380469"/>
                  </a:cubicBezTo>
                  <a:lnTo>
                    <a:pt x="1185542" y="430985"/>
                  </a:lnTo>
                  <a:lnTo>
                    <a:pt x="1207612" y="430985"/>
                  </a:lnTo>
                  <a:lnTo>
                    <a:pt x="1207612" y="309847"/>
                  </a:lnTo>
                  <a:lnTo>
                    <a:pt x="1180801" y="309847"/>
                  </a:lnTo>
                  <a:lnTo>
                    <a:pt x="1160693" y="366574"/>
                  </a:lnTo>
                  <a:cubicBezTo>
                    <a:pt x="1158078" y="374094"/>
                    <a:pt x="1155952" y="382104"/>
                    <a:pt x="1153337" y="389788"/>
                  </a:cubicBezTo>
                  <a:lnTo>
                    <a:pt x="1152519" y="389788"/>
                  </a:lnTo>
                  <a:cubicBezTo>
                    <a:pt x="1150067" y="382104"/>
                    <a:pt x="1147779" y="374094"/>
                    <a:pt x="1145163" y="366574"/>
                  </a:cubicBezTo>
                  <a:lnTo>
                    <a:pt x="1124565" y="309847"/>
                  </a:lnTo>
                  <a:lnTo>
                    <a:pt x="1097754" y="309847"/>
                  </a:lnTo>
                  <a:lnTo>
                    <a:pt x="1097754" y="430985"/>
                  </a:lnTo>
                  <a:moveTo>
                    <a:pt x="1235324" y="430985"/>
                  </a:moveTo>
                  <a:lnTo>
                    <a:pt x="1259355" y="430985"/>
                  </a:lnTo>
                  <a:lnTo>
                    <a:pt x="1259355" y="339437"/>
                  </a:lnTo>
                  <a:lnTo>
                    <a:pt x="1235324" y="339437"/>
                  </a:lnTo>
                  <a:lnTo>
                    <a:pt x="1235324" y="430985"/>
                  </a:lnTo>
                  <a:moveTo>
                    <a:pt x="1247422" y="324724"/>
                  </a:moveTo>
                  <a:cubicBezTo>
                    <a:pt x="1255595" y="324724"/>
                    <a:pt x="1261317" y="319492"/>
                    <a:pt x="1261317" y="311481"/>
                  </a:cubicBezTo>
                  <a:cubicBezTo>
                    <a:pt x="1261317" y="303635"/>
                    <a:pt x="1255595" y="298404"/>
                    <a:pt x="1247422" y="298404"/>
                  </a:cubicBezTo>
                  <a:cubicBezTo>
                    <a:pt x="1239084" y="298404"/>
                    <a:pt x="1233362" y="303635"/>
                    <a:pt x="1233362" y="311481"/>
                  </a:cubicBezTo>
                  <a:cubicBezTo>
                    <a:pt x="1233362" y="319492"/>
                    <a:pt x="1239084" y="324724"/>
                    <a:pt x="1247422" y="324724"/>
                  </a:cubicBezTo>
                  <a:moveTo>
                    <a:pt x="1284974" y="430985"/>
                  </a:moveTo>
                  <a:lnTo>
                    <a:pt x="1309005" y="430985"/>
                  </a:lnTo>
                  <a:lnTo>
                    <a:pt x="1309005" y="368045"/>
                  </a:lnTo>
                  <a:cubicBezTo>
                    <a:pt x="1315708" y="361343"/>
                    <a:pt x="1320449" y="357746"/>
                    <a:pt x="1327969" y="357746"/>
                  </a:cubicBezTo>
                  <a:cubicBezTo>
                    <a:pt x="1336960" y="357746"/>
                    <a:pt x="1340883" y="362650"/>
                    <a:pt x="1340883" y="376873"/>
                  </a:cubicBezTo>
                  <a:lnTo>
                    <a:pt x="1340883" y="430985"/>
                  </a:lnTo>
                  <a:lnTo>
                    <a:pt x="1364915" y="430985"/>
                  </a:lnTo>
                  <a:lnTo>
                    <a:pt x="1364915" y="373931"/>
                  </a:lnTo>
                  <a:cubicBezTo>
                    <a:pt x="1364915" y="350880"/>
                    <a:pt x="1356414" y="337148"/>
                    <a:pt x="1336634" y="337148"/>
                  </a:cubicBezTo>
                  <a:cubicBezTo>
                    <a:pt x="1324209" y="337148"/>
                    <a:pt x="1314891" y="343687"/>
                    <a:pt x="1306881" y="351534"/>
                  </a:cubicBezTo>
                  <a:lnTo>
                    <a:pt x="1306390" y="351534"/>
                  </a:lnTo>
                  <a:lnTo>
                    <a:pt x="1304592" y="339437"/>
                  </a:lnTo>
                  <a:lnTo>
                    <a:pt x="1284974" y="339437"/>
                  </a:lnTo>
                  <a:lnTo>
                    <a:pt x="1284974" y="430985"/>
                  </a:lnTo>
                  <a:moveTo>
                    <a:pt x="1421908" y="433273"/>
                  </a:moveTo>
                  <a:cubicBezTo>
                    <a:pt x="1431389" y="433273"/>
                    <a:pt x="1440544" y="428042"/>
                    <a:pt x="1447247" y="421503"/>
                  </a:cubicBezTo>
                  <a:lnTo>
                    <a:pt x="1447901" y="421503"/>
                  </a:lnTo>
                  <a:lnTo>
                    <a:pt x="1449699" y="430985"/>
                  </a:lnTo>
                  <a:lnTo>
                    <a:pt x="1469153" y="430985"/>
                  </a:lnTo>
                  <a:lnTo>
                    <a:pt x="1469153" y="300529"/>
                  </a:lnTo>
                  <a:lnTo>
                    <a:pt x="1445285" y="300529"/>
                  </a:lnTo>
                  <a:lnTo>
                    <a:pt x="1445285" y="332734"/>
                  </a:lnTo>
                  <a:lnTo>
                    <a:pt x="1446103" y="347120"/>
                  </a:lnTo>
                  <a:cubicBezTo>
                    <a:pt x="1439564" y="341072"/>
                    <a:pt x="1433188" y="337148"/>
                    <a:pt x="1422889" y="337148"/>
                  </a:cubicBezTo>
                  <a:cubicBezTo>
                    <a:pt x="1403108" y="337148"/>
                    <a:pt x="1384471" y="355457"/>
                    <a:pt x="1384471" y="385211"/>
                  </a:cubicBezTo>
                  <a:cubicBezTo>
                    <a:pt x="1384471" y="415290"/>
                    <a:pt x="1399184" y="433273"/>
                    <a:pt x="1421908" y="433273"/>
                  </a:cubicBezTo>
                  <a:moveTo>
                    <a:pt x="1428120" y="413492"/>
                  </a:moveTo>
                  <a:cubicBezTo>
                    <a:pt x="1416023" y="413492"/>
                    <a:pt x="1409157" y="404011"/>
                    <a:pt x="1409157" y="385047"/>
                  </a:cubicBezTo>
                  <a:cubicBezTo>
                    <a:pt x="1409157" y="366737"/>
                    <a:pt x="1417821" y="356929"/>
                    <a:pt x="1428120" y="356929"/>
                  </a:cubicBezTo>
                  <a:cubicBezTo>
                    <a:pt x="1433842" y="356929"/>
                    <a:pt x="1439727" y="358727"/>
                    <a:pt x="1445285" y="363795"/>
                  </a:cubicBezTo>
                  <a:lnTo>
                    <a:pt x="1445285" y="404011"/>
                  </a:lnTo>
                  <a:cubicBezTo>
                    <a:pt x="1439890" y="410877"/>
                    <a:pt x="1434496" y="413492"/>
                    <a:pt x="1428120" y="413492"/>
                  </a:cubicBezTo>
                  <a:moveTo>
                    <a:pt x="1496872" y="430985"/>
                  </a:moveTo>
                  <a:lnTo>
                    <a:pt x="1518615" y="430985"/>
                  </a:lnTo>
                  <a:lnTo>
                    <a:pt x="1518615" y="380469"/>
                  </a:lnTo>
                  <a:cubicBezTo>
                    <a:pt x="1518615" y="369026"/>
                    <a:pt x="1516653" y="352188"/>
                    <a:pt x="1515508" y="340745"/>
                  </a:cubicBezTo>
                  <a:lnTo>
                    <a:pt x="1516162" y="340745"/>
                  </a:lnTo>
                  <a:lnTo>
                    <a:pt x="1525808" y="369190"/>
                  </a:lnTo>
                  <a:lnTo>
                    <a:pt x="1544608" y="420032"/>
                  </a:lnTo>
                  <a:lnTo>
                    <a:pt x="1558503" y="420032"/>
                  </a:lnTo>
                  <a:lnTo>
                    <a:pt x="1577139" y="369190"/>
                  </a:lnTo>
                  <a:lnTo>
                    <a:pt x="1586949" y="340745"/>
                  </a:lnTo>
                  <a:lnTo>
                    <a:pt x="1587765" y="340745"/>
                  </a:lnTo>
                  <a:cubicBezTo>
                    <a:pt x="1586458" y="352188"/>
                    <a:pt x="1584660" y="369026"/>
                    <a:pt x="1584660" y="380469"/>
                  </a:cubicBezTo>
                  <a:lnTo>
                    <a:pt x="1584660" y="430985"/>
                  </a:lnTo>
                  <a:lnTo>
                    <a:pt x="1606729" y="430985"/>
                  </a:lnTo>
                  <a:lnTo>
                    <a:pt x="1606729" y="309847"/>
                  </a:lnTo>
                  <a:lnTo>
                    <a:pt x="1579919" y="309847"/>
                  </a:lnTo>
                  <a:lnTo>
                    <a:pt x="1559811" y="366574"/>
                  </a:lnTo>
                  <a:cubicBezTo>
                    <a:pt x="1557196" y="374094"/>
                    <a:pt x="1555070" y="382104"/>
                    <a:pt x="1552454" y="389788"/>
                  </a:cubicBezTo>
                  <a:lnTo>
                    <a:pt x="1551637" y="389788"/>
                  </a:lnTo>
                  <a:cubicBezTo>
                    <a:pt x="1549185" y="382104"/>
                    <a:pt x="1546896" y="374094"/>
                    <a:pt x="1544280" y="366574"/>
                  </a:cubicBezTo>
                  <a:lnTo>
                    <a:pt x="1523682" y="309847"/>
                  </a:lnTo>
                  <a:lnTo>
                    <a:pt x="1496872" y="309847"/>
                  </a:lnTo>
                  <a:lnTo>
                    <a:pt x="1496872" y="430985"/>
                  </a:lnTo>
                  <a:moveTo>
                    <a:pt x="1657002" y="433273"/>
                  </a:moveTo>
                  <a:cubicBezTo>
                    <a:pt x="1667464" y="433273"/>
                    <a:pt x="1676619" y="428042"/>
                    <a:pt x="1684630" y="421176"/>
                  </a:cubicBezTo>
                  <a:lnTo>
                    <a:pt x="1685283" y="421176"/>
                  </a:lnTo>
                  <a:lnTo>
                    <a:pt x="1686918" y="430985"/>
                  </a:lnTo>
                  <a:lnTo>
                    <a:pt x="1706535" y="430985"/>
                  </a:lnTo>
                  <a:lnTo>
                    <a:pt x="1706535" y="377527"/>
                  </a:lnTo>
                  <a:cubicBezTo>
                    <a:pt x="1706535" y="351044"/>
                    <a:pt x="1694601" y="337148"/>
                    <a:pt x="1671387" y="337148"/>
                  </a:cubicBezTo>
                  <a:cubicBezTo>
                    <a:pt x="1657002" y="337148"/>
                    <a:pt x="1643923" y="342543"/>
                    <a:pt x="1633134" y="349245"/>
                  </a:cubicBezTo>
                  <a:lnTo>
                    <a:pt x="1641798" y="365103"/>
                  </a:lnTo>
                  <a:cubicBezTo>
                    <a:pt x="1650299" y="360199"/>
                    <a:pt x="1658473" y="356438"/>
                    <a:pt x="1666974" y="356438"/>
                  </a:cubicBezTo>
                  <a:cubicBezTo>
                    <a:pt x="1678254" y="356438"/>
                    <a:pt x="1682177" y="363304"/>
                    <a:pt x="1682668" y="372296"/>
                  </a:cubicBezTo>
                  <a:cubicBezTo>
                    <a:pt x="1645722" y="376219"/>
                    <a:pt x="1629864" y="386519"/>
                    <a:pt x="1629864" y="406136"/>
                  </a:cubicBezTo>
                  <a:cubicBezTo>
                    <a:pt x="1629864" y="421666"/>
                    <a:pt x="1640654" y="433273"/>
                    <a:pt x="1657002" y="433273"/>
                  </a:cubicBezTo>
                  <a:moveTo>
                    <a:pt x="1664848" y="414473"/>
                  </a:moveTo>
                  <a:cubicBezTo>
                    <a:pt x="1657819" y="414473"/>
                    <a:pt x="1652751" y="411367"/>
                    <a:pt x="1652751" y="404174"/>
                  </a:cubicBezTo>
                  <a:cubicBezTo>
                    <a:pt x="1652751" y="396000"/>
                    <a:pt x="1660271" y="389788"/>
                    <a:pt x="1682668" y="387009"/>
                  </a:cubicBezTo>
                  <a:lnTo>
                    <a:pt x="1682668" y="405482"/>
                  </a:lnTo>
                  <a:cubicBezTo>
                    <a:pt x="1676782" y="411204"/>
                    <a:pt x="1671714" y="414473"/>
                    <a:pt x="1664848" y="414473"/>
                  </a:cubicBezTo>
                  <a:moveTo>
                    <a:pt x="1757184" y="433273"/>
                  </a:moveTo>
                  <a:cubicBezTo>
                    <a:pt x="1781053" y="433273"/>
                    <a:pt x="1793640" y="420358"/>
                    <a:pt x="1793640" y="404338"/>
                  </a:cubicBezTo>
                  <a:cubicBezTo>
                    <a:pt x="1793640" y="387335"/>
                    <a:pt x="1780237" y="381287"/>
                    <a:pt x="1768137" y="376709"/>
                  </a:cubicBezTo>
                  <a:cubicBezTo>
                    <a:pt x="1758492" y="373113"/>
                    <a:pt x="1749991" y="370661"/>
                    <a:pt x="1749991" y="363958"/>
                  </a:cubicBezTo>
                  <a:cubicBezTo>
                    <a:pt x="1749991" y="358727"/>
                    <a:pt x="1753915" y="355131"/>
                    <a:pt x="1762252" y="355131"/>
                  </a:cubicBezTo>
                  <a:cubicBezTo>
                    <a:pt x="1768955" y="355131"/>
                    <a:pt x="1775331" y="358237"/>
                    <a:pt x="1781868" y="362977"/>
                  </a:cubicBezTo>
                  <a:lnTo>
                    <a:pt x="1792661" y="348428"/>
                  </a:lnTo>
                  <a:cubicBezTo>
                    <a:pt x="1785137" y="342706"/>
                    <a:pt x="1774840" y="337148"/>
                    <a:pt x="1761599" y="337148"/>
                  </a:cubicBezTo>
                  <a:cubicBezTo>
                    <a:pt x="1740673" y="337148"/>
                    <a:pt x="1727431" y="348755"/>
                    <a:pt x="1727431" y="365103"/>
                  </a:cubicBezTo>
                  <a:cubicBezTo>
                    <a:pt x="1727431" y="380469"/>
                    <a:pt x="1740346" y="387499"/>
                    <a:pt x="1751953" y="391913"/>
                  </a:cubicBezTo>
                  <a:cubicBezTo>
                    <a:pt x="1761599" y="395673"/>
                    <a:pt x="1771080" y="398779"/>
                    <a:pt x="1771080" y="405645"/>
                  </a:cubicBezTo>
                  <a:cubicBezTo>
                    <a:pt x="1771080" y="411367"/>
                    <a:pt x="1766993" y="415290"/>
                    <a:pt x="1757838" y="415290"/>
                  </a:cubicBezTo>
                  <a:cubicBezTo>
                    <a:pt x="1749338" y="415290"/>
                    <a:pt x="1741490" y="411694"/>
                    <a:pt x="1733317" y="405318"/>
                  </a:cubicBezTo>
                  <a:lnTo>
                    <a:pt x="1722363" y="420358"/>
                  </a:lnTo>
                  <a:cubicBezTo>
                    <a:pt x="1731518" y="427878"/>
                    <a:pt x="1744923" y="433273"/>
                    <a:pt x="1757184" y="433273"/>
                  </a:cubicBezTo>
                  <a:moveTo>
                    <a:pt x="1841653" y="433273"/>
                  </a:moveTo>
                  <a:cubicBezTo>
                    <a:pt x="1849664" y="433273"/>
                    <a:pt x="1856036" y="431475"/>
                    <a:pt x="1860943" y="429840"/>
                  </a:cubicBezTo>
                  <a:lnTo>
                    <a:pt x="1857016" y="412348"/>
                  </a:lnTo>
                  <a:cubicBezTo>
                    <a:pt x="1854563" y="413329"/>
                    <a:pt x="1850965" y="414310"/>
                    <a:pt x="1848026" y="414310"/>
                  </a:cubicBezTo>
                  <a:cubicBezTo>
                    <a:pt x="1839851" y="414310"/>
                    <a:pt x="1835602" y="409406"/>
                    <a:pt x="1835602" y="398943"/>
                  </a:cubicBezTo>
                  <a:lnTo>
                    <a:pt x="1835602" y="358400"/>
                  </a:lnTo>
                  <a:lnTo>
                    <a:pt x="1858160" y="358400"/>
                  </a:lnTo>
                  <a:lnTo>
                    <a:pt x="1858160" y="339437"/>
                  </a:lnTo>
                  <a:lnTo>
                    <a:pt x="1835602" y="339437"/>
                  </a:lnTo>
                  <a:lnTo>
                    <a:pt x="1835602" y="314751"/>
                  </a:lnTo>
                  <a:lnTo>
                    <a:pt x="1815655" y="314751"/>
                  </a:lnTo>
                  <a:lnTo>
                    <a:pt x="1812880" y="339437"/>
                  </a:lnTo>
                  <a:lnTo>
                    <a:pt x="1798654" y="340581"/>
                  </a:lnTo>
                  <a:lnTo>
                    <a:pt x="1798654" y="358400"/>
                  </a:lnTo>
                  <a:lnTo>
                    <a:pt x="1811571" y="358400"/>
                  </a:lnTo>
                  <a:lnTo>
                    <a:pt x="1811571" y="398943"/>
                  </a:lnTo>
                  <a:cubicBezTo>
                    <a:pt x="1811571" y="419377"/>
                    <a:pt x="1819910" y="433273"/>
                    <a:pt x="1841653" y="433273"/>
                  </a:cubicBezTo>
                  <a:moveTo>
                    <a:pt x="1913640" y="433273"/>
                  </a:moveTo>
                  <a:cubicBezTo>
                    <a:pt x="1924919" y="433273"/>
                    <a:pt x="1936527" y="429350"/>
                    <a:pt x="1945517" y="423138"/>
                  </a:cubicBezTo>
                  <a:lnTo>
                    <a:pt x="1937342" y="408424"/>
                  </a:lnTo>
                  <a:cubicBezTo>
                    <a:pt x="1930805" y="412511"/>
                    <a:pt x="1924268" y="414800"/>
                    <a:pt x="1916744" y="414800"/>
                  </a:cubicBezTo>
                  <a:cubicBezTo>
                    <a:pt x="1903176" y="414800"/>
                    <a:pt x="1893371" y="406953"/>
                    <a:pt x="1891411" y="391913"/>
                  </a:cubicBezTo>
                  <a:lnTo>
                    <a:pt x="1947806" y="391913"/>
                  </a:lnTo>
                  <a:cubicBezTo>
                    <a:pt x="1948464" y="389788"/>
                    <a:pt x="1948950" y="385374"/>
                    <a:pt x="1948950" y="380797"/>
                  </a:cubicBezTo>
                  <a:cubicBezTo>
                    <a:pt x="1948950" y="355621"/>
                    <a:pt x="1935876" y="337148"/>
                    <a:pt x="1910700" y="337148"/>
                  </a:cubicBezTo>
                  <a:cubicBezTo>
                    <a:pt x="1888958" y="337148"/>
                    <a:pt x="1868030" y="355621"/>
                    <a:pt x="1868030" y="385211"/>
                  </a:cubicBezTo>
                  <a:cubicBezTo>
                    <a:pt x="1868030" y="415454"/>
                    <a:pt x="1887978" y="433273"/>
                    <a:pt x="1913640" y="433273"/>
                  </a:cubicBezTo>
                  <a:moveTo>
                    <a:pt x="1891082" y="375892"/>
                  </a:moveTo>
                  <a:cubicBezTo>
                    <a:pt x="1892877" y="362650"/>
                    <a:pt x="1901381" y="355784"/>
                    <a:pt x="1911022" y="355784"/>
                  </a:cubicBezTo>
                  <a:cubicBezTo>
                    <a:pt x="1922795" y="355784"/>
                    <a:pt x="1928352" y="363632"/>
                    <a:pt x="1928352" y="375892"/>
                  </a:cubicBezTo>
                  <a:lnTo>
                    <a:pt x="1891082" y="375892"/>
                  </a:lnTo>
                  <a:moveTo>
                    <a:pt x="1968740" y="430985"/>
                  </a:moveTo>
                  <a:lnTo>
                    <a:pt x="1992772" y="430985"/>
                  </a:lnTo>
                  <a:lnTo>
                    <a:pt x="1992772" y="376383"/>
                  </a:lnTo>
                  <a:cubicBezTo>
                    <a:pt x="1997843" y="363141"/>
                    <a:pt x="2006504" y="358400"/>
                    <a:pt x="2013699" y="358400"/>
                  </a:cubicBezTo>
                  <a:cubicBezTo>
                    <a:pt x="2017461" y="358400"/>
                    <a:pt x="2020072" y="358890"/>
                    <a:pt x="2023347" y="359871"/>
                  </a:cubicBezTo>
                  <a:lnTo>
                    <a:pt x="2027431" y="339110"/>
                  </a:lnTo>
                  <a:cubicBezTo>
                    <a:pt x="2024649" y="337965"/>
                    <a:pt x="2021709" y="337148"/>
                    <a:pt x="2016638" y="337148"/>
                  </a:cubicBezTo>
                  <a:cubicBezTo>
                    <a:pt x="2007162" y="337148"/>
                    <a:pt x="1997349" y="343687"/>
                    <a:pt x="1990647" y="355621"/>
                  </a:cubicBezTo>
                  <a:lnTo>
                    <a:pt x="1990161" y="355621"/>
                  </a:lnTo>
                  <a:lnTo>
                    <a:pt x="1988359" y="339437"/>
                  </a:lnTo>
                  <a:lnTo>
                    <a:pt x="1968740" y="339437"/>
                  </a:lnTo>
                  <a:lnTo>
                    <a:pt x="1968740" y="430985"/>
                  </a:lnTo>
                </a:path>
              </a:pathLst>
            </a:custGeom>
            <a:solidFill>
              <a:srgbClr val="FFFFFF"/>
            </a:solidFill>
          </p:spPr>
        </p:sp>
        <p:sp>
          <p:nvSpPr>
            <p:cNvPr id="206" name="shape206"/>
            <p:cNvSpPr/>
            <p:nvPr/>
          </p:nvSpPr>
          <p:spPr>
            <a:xfrm>
              <a:off x="2503974" y="809843"/>
              <a:ext cx="192000" cy="192000"/>
            </a:xfrm>
            <a:custGeom>
              <a:avLst/>
              <a:gdLst/>
              <a:ahLst/>
              <a:cxnLst/>
              <a:rect l="0" t="0" r="0" b="0"/>
              <a:pathLst>
                <a:path w="192000" h="192000">
                  <a:moveTo>
                    <a:pt x="83426" y="386789"/>
                  </a:moveTo>
                  <a:lnTo>
                    <a:pt x="51606" y="418609"/>
                  </a:lnTo>
                  <a:cubicBezTo>
                    <a:pt x="43204" y="427012"/>
                    <a:pt x="37083" y="433137"/>
                    <a:pt x="32653" y="438356"/>
                  </a:cubicBezTo>
                  <a:cubicBezTo>
                    <a:pt x="28254" y="443537"/>
                    <a:pt x="25770" y="447547"/>
                    <a:pt x="24445" y="451623"/>
                  </a:cubicBezTo>
                  <a:cubicBezTo>
                    <a:pt x="21968" y="459248"/>
                    <a:pt x="21968" y="467463"/>
                    <a:pt x="24445" y="475089"/>
                  </a:cubicBezTo>
                  <a:cubicBezTo>
                    <a:pt x="25770" y="479164"/>
                    <a:pt x="28254" y="483175"/>
                    <a:pt x="32653" y="488356"/>
                  </a:cubicBezTo>
                  <a:cubicBezTo>
                    <a:pt x="37083" y="493574"/>
                    <a:pt x="43204" y="499700"/>
                    <a:pt x="51606" y="508102"/>
                  </a:cubicBezTo>
                  <a:lnTo>
                    <a:pt x="83426" y="539922"/>
                  </a:lnTo>
                  <a:cubicBezTo>
                    <a:pt x="91829" y="548325"/>
                    <a:pt x="97954" y="554445"/>
                    <a:pt x="103173" y="558875"/>
                  </a:cubicBezTo>
                  <a:cubicBezTo>
                    <a:pt x="108354" y="563274"/>
                    <a:pt x="112364" y="565759"/>
                    <a:pt x="116440" y="567083"/>
                  </a:cubicBezTo>
                  <a:cubicBezTo>
                    <a:pt x="124066" y="569561"/>
                    <a:pt x="132280" y="569561"/>
                    <a:pt x="139906" y="567083"/>
                  </a:cubicBezTo>
                  <a:cubicBezTo>
                    <a:pt x="143981" y="565759"/>
                    <a:pt x="147992" y="563274"/>
                    <a:pt x="153173" y="558875"/>
                  </a:cubicBezTo>
                  <a:cubicBezTo>
                    <a:pt x="158392" y="554445"/>
                    <a:pt x="164516" y="548325"/>
                    <a:pt x="172919" y="539922"/>
                  </a:cubicBezTo>
                  <a:lnTo>
                    <a:pt x="204739" y="508102"/>
                  </a:lnTo>
                  <a:cubicBezTo>
                    <a:pt x="213142" y="499700"/>
                    <a:pt x="219262" y="493574"/>
                    <a:pt x="223693" y="488356"/>
                  </a:cubicBezTo>
                  <a:cubicBezTo>
                    <a:pt x="228091" y="483175"/>
                    <a:pt x="230576" y="479164"/>
                    <a:pt x="231900" y="475088"/>
                  </a:cubicBezTo>
                  <a:cubicBezTo>
                    <a:pt x="234378" y="467463"/>
                    <a:pt x="234378" y="459248"/>
                    <a:pt x="231900" y="451623"/>
                  </a:cubicBezTo>
                  <a:cubicBezTo>
                    <a:pt x="230576" y="447547"/>
                    <a:pt x="228091" y="443537"/>
                    <a:pt x="223693" y="438356"/>
                  </a:cubicBezTo>
                  <a:cubicBezTo>
                    <a:pt x="219262" y="433137"/>
                    <a:pt x="213142" y="427012"/>
                    <a:pt x="204739" y="418609"/>
                  </a:cubicBezTo>
                  <a:lnTo>
                    <a:pt x="172919" y="386789"/>
                  </a:lnTo>
                  <a:cubicBezTo>
                    <a:pt x="164516" y="378386"/>
                    <a:pt x="158392" y="372266"/>
                    <a:pt x="153173" y="367836"/>
                  </a:cubicBezTo>
                  <a:cubicBezTo>
                    <a:pt x="147992" y="363437"/>
                    <a:pt x="143981" y="360952"/>
                    <a:pt x="139906" y="359628"/>
                  </a:cubicBezTo>
                  <a:cubicBezTo>
                    <a:pt x="132280" y="357151"/>
                    <a:pt x="124066" y="357151"/>
                    <a:pt x="116440" y="359628"/>
                  </a:cubicBezTo>
                  <a:cubicBezTo>
                    <a:pt x="112364" y="360952"/>
                    <a:pt x="108354" y="363437"/>
                    <a:pt x="103173" y="367836"/>
                  </a:cubicBezTo>
                  <a:cubicBezTo>
                    <a:pt x="97954" y="372266"/>
                    <a:pt x="91829" y="378386"/>
                    <a:pt x="83426" y="386789"/>
                  </a:cubicBezTo>
                  <a:moveTo>
                    <a:pt x="20433" y="476392"/>
                  </a:moveTo>
                  <a:cubicBezTo>
                    <a:pt x="23563" y="486025"/>
                    <a:pt x="31916" y="494378"/>
                    <a:pt x="48623" y="511085"/>
                  </a:cubicBezTo>
                  <a:lnTo>
                    <a:pt x="80443" y="542905"/>
                  </a:lnTo>
                  <a:cubicBezTo>
                    <a:pt x="97150" y="559612"/>
                    <a:pt x="105503" y="567965"/>
                    <a:pt x="115136" y="571096"/>
                  </a:cubicBezTo>
                  <a:cubicBezTo>
                    <a:pt x="123609" y="573848"/>
                    <a:pt x="132736" y="573848"/>
                    <a:pt x="141209" y="571096"/>
                  </a:cubicBezTo>
                  <a:cubicBezTo>
                    <a:pt x="150842" y="567965"/>
                    <a:pt x="159196" y="559612"/>
                    <a:pt x="175903" y="542905"/>
                  </a:cubicBezTo>
                  <a:lnTo>
                    <a:pt x="207722" y="511085"/>
                  </a:lnTo>
                  <a:cubicBezTo>
                    <a:pt x="224429" y="494378"/>
                    <a:pt x="232783" y="486025"/>
                    <a:pt x="235913" y="476392"/>
                  </a:cubicBezTo>
                  <a:cubicBezTo>
                    <a:pt x="238666" y="467919"/>
                    <a:pt x="238666" y="458792"/>
                    <a:pt x="235913" y="450319"/>
                  </a:cubicBezTo>
                  <a:cubicBezTo>
                    <a:pt x="232783" y="440686"/>
                    <a:pt x="224429" y="432333"/>
                    <a:pt x="207722" y="415626"/>
                  </a:cubicBezTo>
                  <a:lnTo>
                    <a:pt x="175903" y="383806"/>
                  </a:lnTo>
                  <a:cubicBezTo>
                    <a:pt x="159196" y="367099"/>
                    <a:pt x="150842" y="358746"/>
                    <a:pt x="141209" y="355616"/>
                  </a:cubicBezTo>
                  <a:cubicBezTo>
                    <a:pt x="132736" y="352863"/>
                    <a:pt x="123609" y="352863"/>
                    <a:pt x="115136" y="355616"/>
                  </a:cubicBezTo>
                  <a:cubicBezTo>
                    <a:pt x="105503" y="358746"/>
                    <a:pt x="97150" y="367099"/>
                    <a:pt x="80443" y="383806"/>
                  </a:cubicBezTo>
                  <a:lnTo>
                    <a:pt x="48623" y="415626"/>
                  </a:lnTo>
                  <a:cubicBezTo>
                    <a:pt x="31916" y="432333"/>
                    <a:pt x="23563" y="440686"/>
                    <a:pt x="20433" y="450319"/>
                  </a:cubicBezTo>
                  <a:cubicBezTo>
                    <a:pt x="17680" y="458792"/>
                    <a:pt x="17680" y="467919"/>
                    <a:pt x="20433" y="476392"/>
                  </a:cubicBezTo>
                </a:path>
              </a:pathLst>
            </a:custGeom>
            <a:solidFill>
              <a:srgbClr val="999999">
                <a:alpha val="30000"/>
              </a:srgbClr>
            </a:solidFill>
          </p:spPr>
        </p:sp>
        <p:sp>
          <p:nvSpPr>
            <p:cNvPr id="207" name="shape207"/>
            <p:cNvSpPr/>
            <p:nvPr/>
          </p:nvSpPr>
          <p:spPr>
            <a:xfrm>
              <a:off x="2503974" y="809843"/>
              <a:ext cx="192000" cy="192000"/>
            </a:xfrm>
            <a:custGeom>
              <a:avLst/>
              <a:gdLst/>
              <a:ahLst/>
              <a:cxnLst/>
              <a:rect l="0" t="0" r="0" b="0"/>
              <a:pathLst>
                <a:path w="192000" h="192000">
                  <a:moveTo>
                    <a:pt x="85406" y="472474"/>
                  </a:moveTo>
                  <a:lnTo>
                    <a:pt x="118879" y="505946"/>
                  </a:lnTo>
                  <a:lnTo>
                    <a:pt x="118879" y="495683"/>
                  </a:lnTo>
                  <a:cubicBezTo>
                    <a:pt x="118879" y="490628"/>
                    <a:pt x="122977" y="486530"/>
                    <a:pt x="128032" y="486530"/>
                  </a:cubicBezTo>
                  <a:cubicBezTo>
                    <a:pt x="133087" y="486530"/>
                    <a:pt x="137185" y="490628"/>
                    <a:pt x="137185" y="495683"/>
                  </a:cubicBezTo>
                  <a:lnTo>
                    <a:pt x="137185" y="516995"/>
                  </a:lnTo>
                  <a:cubicBezTo>
                    <a:pt x="137185" y="529227"/>
                    <a:pt x="122396" y="535353"/>
                    <a:pt x="113747" y="526703"/>
                  </a:cubicBezTo>
                  <a:lnTo>
                    <a:pt x="64649" y="477607"/>
                  </a:lnTo>
                  <a:cubicBezTo>
                    <a:pt x="56000" y="468957"/>
                    <a:pt x="62126" y="454168"/>
                    <a:pt x="74357" y="454168"/>
                  </a:cubicBezTo>
                  <a:lnTo>
                    <a:pt x="170657" y="454168"/>
                  </a:lnTo>
                  <a:lnTo>
                    <a:pt x="137185" y="420696"/>
                  </a:lnTo>
                  <a:lnTo>
                    <a:pt x="137185" y="430960"/>
                  </a:lnTo>
                  <a:cubicBezTo>
                    <a:pt x="137185" y="436015"/>
                    <a:pt x="133087" y="440113"/>
                    <a:pt x="128032" y="440113"/>
                  </a:cubicBezTo>
                  <a:cubicBezTo>
                    <a:pt x="122977" y="440113"/>
                    <a:pt x="118879" y="436015"/>
                    <a:pt x="118879" y="430960"/>
                  </a:cubicBezTo>
                  <a:lnTo>
                    <a:pt x="118879" y="409648"/>
                  </a:lnTo>
                  <a:cubicBezTo>
                    <a:pt x="118879" y="397415"/>
                    <a:pt x="133667" y="391289"/>
                    <a:pt x="142316" y="399939"/>
                  </a:cubicBezTo>
                  <a:lnTo>
                    <a:pt x="191414" y="449036"/>
                  </a:lnTo>
                  <a:cubicBezTo>
                    <a:pt x="200063" y="457685"/>
                    <a:pt x="193937" y="472474"/>
                    <a:pt x="181706" y="472474"/>
                  </a:cubicBezTo>
                  <a:lnTo>
                    <a:pt x="85406" y="472474"/>
                  </a:lnTo>
                </a:path>
              </a:pathLst>
            </a:custGeom>
            <a:solidFill>
              <a:srgbClr val="999999">
                <a:alpha val="30000"/>
              </a:srgbClr>
            </a:solidFill>
          </p:spPr>
        </p:sp>
        <p:sp>
          <p:nvSpPr>
            <p:cNvPr id="209" name="shape209"/>
            <p:cNvSpPr/>
            <p:nvPr/>
          </p:nvSpPr>
          <p:spPr>
            <a:xfrm>
              <a:off x="5263974" y="809843"/>
              <a:ext cx="192000" cy="192000"/>
            </a:xfrm>
            <a:custGeom>
              <a:avLst/>
              <a:gdLst/>
              <a:ahLst/>
              <a:cxnLst/>
              <a:rect l="0" t="0" r="0" b="0"/>
              <a:pathLst>
                <a:path w="192000" h="192000">
                  <a:moveTo>
                    <a:pt x="83426" y="386789"/>
                  </a:moveTo>
                  <a:lnTo>
                    <a:pt x="51606" y="418609"/>
                  </a:lnTo>
                  <a:cubicBezTo>
                    <a:pt x="43204" y="427012"/>
                    <a:pt x="37083" y="433137"/>
                    <a:pt x="32653" y="438356"/>
                  </a:cubicBezTo>
                  <a:cubicBezTo>
                    <a:pt x="28254" y="443537"/>
                    <a:pt x="25770" y="447547"/>
                    <a:pt x="24445" y="451623"/>
                  </a:cubicBezTo>
                  <a:cubicBezTo>
                    <a:pt x="21968" y="459248"/>
                    <a:pt x="21968" y="467463"/>
                    <a:pt x="24445" y="475089"/>
                  </a:cubicBezTo>
                  <a:cubicBezTo>
                    <a:pt x="25770" y="479164"/>
                    <a:pt x="28254" y="483175"/>
                    <a:pt x="32653" y="488356"/>
                  </a:cubicBezTo>
                  <a:cubicBezTo>
                    <a:pt x="37083" y="493574"/>
                    <a:pt x="43204" y="499700"/>
                    <a:pt x="51606" y="508102"/>
                  </a:cubicBezTo>
                  <a:lnTo>
                    <a:pt x="83426" y="539922"/>
                  </a:lnTo>
                  <a:cubicBezTo>
                    <a:pt x="91829" y="548325"/>
                    <a:pt x="97954" y="554445"/>
                    <a:pt x="103173" y="558875"/>
                  </a:cubicBezTo>
                  <a:cubicBezTo>
                    <a:pt x="108354" y="563274"/>
                    <a:pt x="112364" y="565759"/>
                    <a:pt x="116440" y="567083"/>
                  </a:cubicBezTo>
                  <a:cubicBezTo>
                    <a:pt x="124066" y="569561"/>
                    <a:pt x="132280" y="569561"/>
                    <a:pt x="139906" y="567083"/>
                  </a:cubicBezTo>
                  <a:cubicBezTo>
                    <a:pt x="143981" y="565759"/>
                    <a:pt x="147992" y="563274"/>
                    <a:pt x="153173" y="558875"/>
                  </a:cubicBezTo>
                  <a:cubicBezTo>
                    <a:pt x="158392" y="554445"/>
                    <a:pt x="164516" y="548325"/>
                    <a:pt x="172919" y="539922"/>
                  </a:cubicBezTo>
                  <a:lnTo>
                    <a:pt x="204739" y="508102"/>
                  </a:lnTo>
                  <a:cubicBezTo>
                    <a:pt x="213142" y="499700"/>
                    <a:pt x="219262" y="493574"/>
                    <a:pt x="223693" y="488356"/>
                  </a:cubicBezTo>
                  <a:cubicBezTo>
                    <a:pt x="228091" y="483175"/>
                    <a:pt x="230576" y="479164"/>
                    <a:pt x="231900" y="475088"/>
                  </a:cubicBezTo>
                  <a:cubicBezTo>
                    <a:pt x="234378" y="467463"/>
                    <a:pt x="234378" y="459248"/>
                    <a:pt x="231900" y="451623"/>
                  </a:cubicBezTo>
                  <a:cubicBezTo>
                    <a:pt x="230576" y="447547"/>
                    <a:pt x="228091" y="443537"/>
                    <a:pt x="223693" y="438356"/>
                  </a:cubicBezTo>
                  <a:cubicBezTo>
                    <a:pt x="219262" y="433137"/>
                    <a:pt x="213142" y="427012"/>
                    <a:pt x="204739" y="418609"/>
                  </a:cubicBezTo>
                  <a:lnTo>
                    <a:pt x="172919" y="386789"/>
                  </a:lnTo>
                  <a:cubicBezTo>
                    <a:pt x="164516" y="378386"/>
                    <a:pt x="158392" y="372266"/>
                    <a:pt x="153173" y="367836"/>
                  </a:cubicBezTo>
                  <a:cubicBezTo>
                    <a:pt x="147992" y="363437"/>
                    <a:pt x="143981" y="360952"/>
                    <a:pt x="139906" y="359628"/>
                  </a:cubicBezTo>
                  <a:cubicBezTo>
                    <a:pt x="132280" y="357151"/>
                    <a:pt x="124066" y="357151"/>
                    <a:pt x="116440" y="359628"/>
                  </a:cubicBezTo>
                  <a:cubicBezTo>
                    <a:pt x="112364" y="360952"/>
                    <a:pt x="108354" y="363437"/>
                    <a:pt x="103173" y="367836"/>
                  </a:cubicBezTo>
                  <a:cubicBezTo>
                    <a:pt x="97954" y="372266"/>
                    <a:pt x="91829" y="378386"/>
                    <a:pt x="83426" y="386789"/>
                  </a:cubicBezTo>
                  <a:moveTo>
                    <a:pt x="20433" y="476392"/>
                  </a:moveTo>
                  <a:cubicBezTo>
                    <a:pt x="23563" y="486025"/>
                    <a:pt x="31916" y="494378"/>
                    <a:pt x="48623" y="511085"/>
                  </a:cubicBezTo>
                  <a:lnTo>
                    <a:pt x="80443" y="542905"/>
                  </a:lnTo>
                  <a:cubicBezTo>
                    <a:pt x="97150" y="559612"/>
                    <a:pt x="105503" y="567965"/>
                    <a:pt x="115136" y="571096"/>
                  </a:cubicBezTo>
                  <a:cubicBezTo>
                    <a:pt x="123609" y="573848"/>
                    <a:pt x="132736" y="573848"/>
                    <a:pt x="141209" y="571096"/>
                  </a:cubicBezTo>
                  <a:cubicBezTo>
                    <a:pt x="150842" y="567965"/>
                    <a:pt x="159196" y="559612"/>
                    <a:pt x="175903" y="542905"/>
                  </a:cubicBezTo>
                  <a:lnTo>
                    <a:pt x="207722" y="511085"/>
                  </a:lnTo>
                  <a:cubicBezTo>
                    <a:pt x="224429" y="494378"/>
                    <a:pt x="232783" y="486025"/>
                    <a:pt x="235913" y="476392"/>
                  </a:cubicBezTo>
                  <a:cubicBezTo>
                    <a:pt x="238666" y="467919"/>
                    <a:pt x="238666" y="458792"/>
                    <a:pt x="235913" y="450319"/>
                  </a:cubicBezTo>
                  <a:cubicBezTo>
                    <a:pt x="232783" y="440686"/>
                    <a:pt x="224429" y="432333"/>
                    <a:pt x="207722" y="415626"/>
                  </a:cubicBezTo>
                  <a:lnTo>
                    <a:pt x="175903" y="383806"/>
                  </a:lnTo>
                  <a:cubicBezTo>
                    <a:pt x="159196" y="367099"/>
                    <a:pt x="150842" y="358746"/>
                    <a:pt x="141209" y="355616"/>
                  </a:cubicBezTo>
                  <a:cubicBezTo>
                    <a:pt x="132736" y="352863"/>
                    <a:pt x="123609" y="352863"/>
                    <a:pt x="115136" y="355616"/>
                  </a:cubicBezTo>
                  <a:cubicBezTo>
                    <a:pt x="105503" y="358746"/>
                    <a:pt x="97150" y="367099"/>
                    <a:pt x="80443" y="383806"/>
                  </a:cubicBezTo>
                  <a:lnTo>
                    <a:pt x="48623" y="415626"/>
                  </a:lnTo>
                  <a:cubicBezTo>
                    <a:pt x="31916" y="432333"/>
                    <a:pt x="23563" y="440686"/>
                    <a:pt x="20433" y="450319"/>
                  </a:cubicBezTo>
                  <a:cubicBezTo>
                    <a:pt x="17680" y="458792"/>
                    <a:pt x="17680" y="467919"/>
                    <a:pt x="20433" y="476392"/>
                  </a:cubicBezTo>
                </a:path>
              </a:pathLst>
            </a:custGeom>
            <a:solidFill>
              <a:srgbClr val="999999">
                <a:alpha val="30000"/>
              </a:srgbClr>
            </a:solidFill>
          </p:spPr>
        </p:sp>
        <p:sp>
          <p:nvSpPr>
            <p:cNvPr id="211" name="shape211"/>
            <p:cNvSpPr/>
            <p:nvPr/>
          </p:nvSpPr>
          <p:spPr>
            <a:xfrm>
              <a:off x="5263974" y="809843"/>
              <a:ext cx="2760000" cy="2760000"/>
            </a:xfrm>
            <a:custGeom>
              <a:avLst/>
              <a:gdLst/>
              <a:ahLst/>
              <a:cxnLst/>
              <a:rect l="0" t="0" r="0" b="0"/>
              <a:pathLst>
                <a:path w="2760000" h="2760000">
                  <a:moveTo>
                    <a:pt x="174745" y="308150"/>
                  </a:moveTo>
                  <a:cubicBezTo>
                    <a:pt x="179624" y="318332"/>
                    <a:pt x="182488" y="330530"/>
                    <a:pt x="182488" y="340076"/>
                  </a:cubicBezTo>
                  <a:cubicBezTo>
                    <a:pt x="185140" y="340500"/>
                    <a:pt x="190284" y="342250"/>
                    <a:pt x="192405" y="343205"/>
                  </a:cubicBezTo>
                  <a:cubicBezTo>
                    <a:pt x="192299" y="340659"/>
                    <a:pt x="192034" y="337954"/>
                    <a:pt x="191716" y="335197"/>
                  </a:cubicBezTo>
                  <a:lnTo>
                    <a:pt x="218975" y="362456"/>
                  </a:lnTo>
                  <a:lnTo>
                    <a:pt x="225127" y="356304"/>
                  </a:lnTo>
                  <a:lnTo>
                    <a:pt x="188269" y="319446"/>
                  </a:lnTo>
                  <a:cubicBezTo>
                    <a:pt x="186677" y="314143"/>
                    <a:pt x="184715" y="308892"/>
                    <a:pt x="182488" y="304013"/>
                  </a:cubicBezTo>
                  <a:lnTo>
                    <a:pt x="174745" y="308150"/>
                  </a:lnTo>
                  <a:moveTo>
                    <a:pt x="233400" y="332863"/>
                  </a:moveTo>
                  <a:cubicBezTo>
                    <a:pt x="230377" y="335886"/>
                    <a:pt x="227831" y="336841"/>
                    <a:pt x="225869" y="334879"/>
                  </a:cubicBezTo>
                  <a:cubicBezTo>
                    <a:pt x="223217" y="332227"/>
                    <a:pt x="220778" y="327029"/>
                    <a:pt x="217437" y="279883"/>
                  </a:cubicBezTo>
                  <a:cubicBezTo>
                    <a:pt x="217437" y="279247"/>
                    <a:pt x="217384" y="278557"/>
                    <a:pt x="217225" y="278080"/>
                  </a:cubicBezTo>
                  <a:lnTo>
                    <a:pt x="211126" y="279936"/>
                  </a:lnTo>
                  <a:lnTo>
                    <a:pt x="209906" y="281580"/>
                  </a:lnTo>
                  <a:lnTo>
                    <a:pt x="186412" y="305074"/>
                  </a:lnTo>
                  <a:lnTo>
                    <a:pt x="192352" y="311014"/>
                  </a:lnTo>
                  <a:lnTo>
                    <a:pt x="209747" y="293619"/>
                  </a:lnTo>
                  <a:cubicBezTo>
                    <a:pt x="213565" y="333181"/>
                    <a:pt x="216482" y="338113"/>
                    <a:pt x="220247" y="341879"/>
                  </a:cubicBezTo>
                  <a:cubicBezTo>
                    <a:pt x="225179" y="346811"/>
                    <a:pt x="231809" y="346652"/>
                    <a:pt x="239711" y="338750"/>
                  </a:cubicBezTo>
                  <a:lnTo>
                    <a:pt x="250264" y="328196"/>
                  </a:lnTo>
                  <a:cubicBezTo>
                    <a:pt x="256894" y="321567"/>
                    <a:pt x="256946" y="316847"/>
                    <a:pt x="246128" y="304544"/>
                  </a:cubicBezTo>
                  <a:cubicBezTo>
                    <a:pt x="244112" y="306028"/>
                    <a:pt x="241090" y="307354"/>
                    <a:pt x="238544" y="308097"/>
                  </a:cubicBezTo>
                  <a:cubicBezTo>
                    <a:pt x="246658" y="316847"/>
                    <a:pt x="247241" y="319022"/>
                    <a:pt x="244643" y="321620"/>
                  </a:cubicBezTo>
                  <a:lnTo>
                    <a:pt x="233400" y="332863"/>
                  </a:lnTo>
                  <a:moveTo>
                    <a:pt x="292478" y="274208"/>
                  </a:moveTo>
                  <a:lnTo>
                    <a:pt x="290887" y="267421"/>
                  </a:lnTo>
                  <a:cubicBezTo>
                    <a:pt x="283622" y="270974"/>
                    <a:pt x="272750" y="278027"/>
                    <a:pt x="264848" y="284444"/>
                  </a:cubicBezTo>
                  <a:lnTo>
                    <a:pt x="266068" y="291391"/>
                  </a:lnTo>
                  <a:cubicBezTo>
                    <a:pt x="273864" y="285187"/>
                    <a:pt x="284365" y="278504"/>
                    <a:pt x="291577" y="275110"/>
                  </a:cubicBezTo>
                  <a:lnTo>
                    <a:pt x="266492" y="300195"/>
                  </a:lnTo>
                  <a:lnTo>
                    <a:pt x="250795" y="284497"/>
                  </a:lnTo>
                  <a:cubicBezTo>
                    <a:pt x="252969" y="284869"/>
                    <a:pt x="255727" y="285717"/>
                    <a:pt x="257371" y="286513"/>
                  </a:cubicBezTo>
                  <a:cubicBezTo>
                    <a:pt x="259545" y="282959"/>
                    <a:pt x="261613" y="279088"/>
                    <a:pt x="263363" y="275110"/>
                  </a:cubicBezTo>
                  <a:lnTo>
                    <a:pt x="264106" y="279777"/>
                  </a:lnTo>
                  <a:cubicBezTo>
                    <a:pt x="269515" y="276277"/>
                    <a:pt x="277046" y="272564"/>
                    <a:pt x="281607" y="270868"/>
                  </a:cubicBezTo>
                  <a:lnTo>
                    <a:pt x="280281" y="264451"/>
                  </a:lnTo>
                  <a:cubicBezTo>
                    <a:pt x="275985" y="266095"/>
                    <a:pt x="269462" y="269542"/>
                    <a:pt x="264371" y="272830"/>
                  </a:cubicBezTo>
                  <a:cubicBezTo>
                    <a:pt x="265166" y="270761"/>
                    <a:pt x="265962" y="268693"/>
                    <a:pt x="266599" y="266572"/>
                  </a:cubicBezTo>
                  <a:cubicBezTo>
                    <a:pt x="272803" y="264610"/>
                    <a:pt x="278902" y="261693"/>
                    <a:pt x="284470" y="258034"/>
                  </a:cubicBezTo>
                  <a:cubicBezTo>
                    <a:pt x="283940" y="256337"/>
                    <a:pt x="283410" y="253473"/>
                    <a:pt x="283251" y="251192"/>
                  </a:cubicBezTo>
                  <a:lnTo>
                    <a:pt x="299373" y="267314"/>
                  </a:lnTo>
                  <a:lnTo>
                    <a:pt x="292478" y="274208"/>
                  </a:lnTo>
                  <a:moveTo>
                    <a:pt x="243529" y="254321"/>
                  </a:moveTo>
                  <a:cubicBezTo>
                    <a:pt x="244855" y="260845"/>
                    <a:pt x="244271" y="268852"/>
                    <a:pt x="242416" y="275588"/>
                  </a:cubicBezTo>
                  <a:cubicBezTo>
                    <a:pt x="244430" y="275269"/>
                    <a:pt x="248302" y="275110"/>
                    <a:pt x="250264" y="275163"/>
                  </a:cubicBezTo>
                  <a:cubicBezTo>
                    <a:pt x="250636" y="273413"/>
                    <a:pt x="250954" y="271504"/>
                    <a:pt x="251113" y="269542"/>
                  </a:cubicBezTo>
                  <a:cubicBezTo>
                    <a:pt x="253287" y="269489"/>
                    <a:pt x="255568" y="269224"/>
                    <a:pt x="257954" y="268852"/>
                  </a:cubicBezTo>
                  <a:cubicBezTo>
                    <a:pt x="255779" y="273890"/>
                    <a:pt x="252916" y="278981"/>
                    <a:pt x="249840" y="283543"/>
                  </a:cubicBezTo>
                  <a:lnTo>
                    <a:pt x="232074" y="265777"/>
                  </a:lnTo>
                  <a:lnTo>
                    <a:pt x="243529" y="254321"/>
                  </a:lnTo>
                  <a:moveTo>
                    <a:pt x="262621" y="252624"/>
                  </a:moveTo>
                  <a:cubicBezTo>
                    <a:pt x="262303" y="255382"/>
                    <a:pt x="261772" y="258246"/>
                    <a:pt x="260712" y="261215"/>
                  </a:cubicBezTo>
                  <a:cubicBezTo>
                    <a:pt x="257848" y="262170"/>
                    <a:pt x="255037" y="262648"/>
                    <a:pt x="252439" y="262807"/>
                  </a:cubicBezTo>
                  <a:lnTo>
                    <a:pt x="262621" y="252624"/>
                  </a:lnTo>
                  <a:moveTo>
                    <a:pt x="282455" y="250397"/>
                  </a:moveTo>
                  <a:cubicBezTo>
                    <a:pt x="278107" y="253367"/>
                    <a:pt x="273440" y="256124"/>
                    <a:pt x="268826" y="258193"/>
                  </a:cubicBezTo>
                  <a:cubicBezTo>
                    <a:pt x="269939" y="252094"/>
                    <a:pt x="270205" y="246101"/>
                    <a:pt x="269038" y="240692"/>
                  </a:cubicBezTo>
                  <a:lnTo>
                    <a:pt x="263363" y="242124"/>
                  </a:lnTo>
                  <a:lnTo>
                    <a:pt x="262674" y="243238"/>
                  </a:lnTo>
                  <a:lnTo>
                    <a:pt x="251113" y="254798"/>
                  </a:lnTo>
                  <a:cubicBezTo>
                    <a:pt x="250954" y="253367"/>
                    <a:pt x="250688" y="251935"/>
                    <a:pt x="250423" y="250609"/>
                  </a:cubicBezTo>
                  <a:lnTo>
                    <a:pt x="244325" y="253526"/>
                  </a:lnTo>
                  <a:lnTo>
                    <a:pt x="264955" y="232896"/>
                  </a:lnTo>
                  <a:lnTo>
                    <a:pt x="282455" y="250397"/>
                  </a:lnTo>
                  <a:moveTo>
                    <a:pt x="220354" y="266147"/>
                  </a:moveTo>
                  <a:lnTo>
                    <a:pt x="267924" y="313718"/>
                  </a:lnTo>
                  <a:lnTo>
                    <a:pt x="273970" y="307673"/>
                  </a:lnTo>
                  <a:lnTo>
                    <a:pt x="272061" y="305764"/>
                  </a:lnTo>
                  <a:lnTo>
                    <a:pt x="304941" y="272883"/>
                  </a:lnTo>
                  <a:lnTo>
                    <a:pt x="306850" y="274792"/>
                  </a:lnTo>
                  <a:lnTo>
                    <a:pt x="313214" y="268428"/>
                  </a:lnTo>
                  <a:lnTo>
                    <a:pt x="265644" y="220858"/>
                  </a:lnTo>
                  <a:lnTo>
                    <a:pt x="220354" y="266147"/>
                  </a:lnTo>
                  <a:moveTo>
                    <a:pt x="303244" y="231941"/>
                  </a:moveTo>
                  <a:cubicBezTo>
                    <a:pt x="301494" y="230085"/>
                    <a:pt x="299797" y="228388"/>
                    <a:pt x="298312" y="226903"/>
                  </a:cubicBezTo>
                  <a:lnTo>
                    <a:pt x="296350" y="224941"/>
                  </a:lnTo>
                  <a:lnTo>
                    <a:pt x="300539" y="220751"/>
                  </a:lnTo>
                  <a:lnTo>
                    <a:pt x="307487" y="227699"/>
                  </a:lnTo>
                  <a:lnTo>
                    <a:pt x="303244" y="231941"/>
                  </a:lnTo>
                  <a:moveTo>
                    <a:pt x="287864" y="208076"/>
                  </a:moveTo>
                  <a:lnTo>
                    <a:pt x="295448" y="215660"/>
                  </a:lnTo>
                  <a:lnTo>
                    <a:pt x="291259" y="219850"/>
                  </a:lnTo>
                  <a:lnTo>
                    <a:pt x="283675" y="212266"/>
                  </a:lnTo>
                  <a:lnTo>
                    <a:pt x="287864" y="208076"/>
                  </a:lnTo>
                  <a:moveTo>
                    <a:pt x="288236" y="197947"/>
                  </a:moveTo>
                  <a:lnTo>
                    <a:pt x="273334" y="212849"/>
                  </a:lnTo>
                  <a:lnTo>
                    <a:pt x="292903" y="232418"/>
                  </a:lnTo>
                  <a:cubicBezTo>
                    <a:pt x="300380" y="239896"/>
                    <a:pt x="310403" y="250344"/>
                    <a:pt x="314699" y="260155"/>
                  </a:cubicBezTo>
                  <a:cubicBezTo>
                    <a:pt x="316396" y="259519"/>
                    <a:pt x="320798" y="259041"/>
                    <a:pt x="322760" y="259201"/>
                  </a:cubicBezTo>
                  <a:cubicBezTo>
                    <a:pt x="319949" y="252147"/>
                    <a:pt x="314116" y="244298"/>
                    <a:pt x="308229" y="237457"/>
                  </a:cubicBezTo>
                  <a:lnTo>
                    <a:pt x="312737" y="232949"/>
                  </a:lnTo>
                  <a:lnTo>
                    <a:pt x="323980" y="244192"/>
                  </a:lnTo>
                  <a:cubicBezTo>
                    <a:pt x="324616" y="244828"/>
                    <a:pt x="324616" y="245147"/>
                    <a:pt x="324086" y="245783"/>
                  </a:cubicBezTo>
                  <a:cubicBezTo>
                    <a:pt x="323503" y="246367"/>
                    <a:pt x="321965" y="247904"/>
                    <a:pt x="320268" y="249389"/>
                  </a:cubicBezTo>
                  <a:cubicBezTo>
                    <a:pt x="322442" y="250185"/>
                    <a:pt x="325677" y="251935"/>
                    <a:pt x="327321" y="253261"/>
                  </a:cubicBezTo>
                  <a:cubicBezTo>
                    <a:pt x="330132" y="250450"/>
                    <a:pt x="331988" y="248381"/>
                    <a:pt x="332465" y="245889"/>
                  </a:cubicBezTo>
                  <a:cubicBezTo>
                    <a:pt x="333049" y="243503"/>
                    <a:pt x="331829" y="241540"/>
                    <a:pt x="329284" y="238995"/>
                  </a:cubicBezTo>
                  <a:lnTo>
                    <a:pt x="288236" y="197947"/>
                  </a:lnTo>
                  <a:moveTo>
                    <a:pt x="336019" y="229396"/>
                  </a:moveTo>
                  <a:lnTo>
                    <a:pt x="331193" y="224570"/>
                  </a:lnTo>
                  <a:cubicBezTo>
                    <a:pt x="333420" y="224570"/>
                    <a:pt x="336178" y="224676"/>
                    <a:pt x="337556" y="224994"/>
                  </a:cubicBezTo>
                  <a:cubicBezTo>
                    <a:pt x="337504" y="220804"/>
                    <a:pt x="336761" y="216244"/>
                    <a:pt x="335541" y="211630"/>
                  </a:cubicBezTo>
                  <a:cubicBezTo>
                    <a:pt x="339413" y="212319"/>
                    <a:pt x="342966" y="213115"/>
                    <a:pt x="345617" y="214069"/>
                  </a:cubicBezTo>
                  <a:lnTo>
                    <a:pt x="346360" y="207175"/>
                  </a:lnTo>
                  <a:lnTo>
                    <a:pt x="352300" y="213115"/>
                  </a:lnTo>
                  <a:lnTo>
                    <a:pt x="336019" y="229396"/>
                  </a:lnTo>
                  <a:moveTo>
                    <a:pt x="315707" y="209084"/>
                  </a:moveTo>
                  <a:cubicBezTo>
                    <a:pt x="319472" y="209350"/>
                    <a:pt x="323503" y="209774"/>
                    <a:pt x="327427" y="210304"/>
                  </a:cubicBezTo>
                  <a:cubicBezTo>
                    <a:pt x="328700" y="214652"/>
                    <a:pt x="329495" y="218948"/>
                    <a:pt x="329549" y="222926"/>
                  </a:cubicBezTo>
                  <a:lnTo>
                    <a:pt x="315707" y="209084"/>
                  </a:lnTo>
                  <a:moveTo>
                    <a:pt x="344716" y="205531"/>
                  </a:moveTo>
                  <a:cubicBezTo>
                    <a:pt x="341428" y="204682"/>
                    <a:pt x="337345" y="203993"/>
                    <a:pt x="332996" y="203462"/>
                  </a:cubicBezTo>
                  <a:cubicBezTo>
                    <a:pt x="330928" y="197894"/>
                    <a:pt x="328223" y="192326"/>
                    <a:pt x="325200" y="186970"/>
                  </a:cubicBezTo>
                  <a:lnTo>
                    <a:pt x="318783" y="190947"/>
                  </a:lnTo>
                  <a:cubicBezTo>
                    <a:pt x="321063" y="194712"/>
                    <a:pt x="323026" y="198584"/>
                    <a:pt x="324722" y="202508"/>
                  </a:cubicBezTo>
                  <a:cubicBezTo>
                    <a:pt x="321382" y="202243"/>
                    <a:pt x="318146" y="202084"/>
                    <a:pt x="315176" y="201978"/>
                  </a:cubicBezTo>
                  <a:lnTo>
                    <a:pt x="314381" y="207758"/>
                  </a:lnTo>
                  <a:lnTo>
                    <a:pt x="311040" y="204417"/>
                  </a:lnTo>
                  <a:lnTo>
                    <a:pt x="305206" y="210251"/>
                  </a:lnTo>
                  <a:lnTo>
                    <a:pt x="336019" y="241063"/>
                  </a:lnTo>
                  <a:lnTo>
                    <a:pt x="358133" y="218948"/>
                  </a:lnTo>
                  <a:lnTo>
                    <a:pt x="360308" y="221123"/>
                  </a:lnTo>
                  <a:lnTo>
                    <a:pt x="366088" y="215342"/>
                  </a:lnTo>
                  <a:lnTo>
                    <a:pt x="333049" y="182302"/>
                  </a:lnTo>
                  <a:lnTo>
                    <a:pt x="327268" y="188083"/>
                  </a:lnTo>
                  <a:lnTo>
                    <a:pt x="344716" y="205531"/>
                  </a:lnTo>
                  <a:moveTo>
                    <a:pt x="313904" y="183204"/>
                  </a:moveTo>
                  <a:cubicBezTo>
                    <a:pt x="310828" y="182038"/>
                    <a:pt x="305949" y="180764"/>
                    <a:pt x="302290" y="179863"/>
                  </a:cubicBezTo>
                  <a:lnTo>
                    <a:pt x="298577" y="187394"/>
                  </a:lnTo>
                  <a:cubicBezTo>
                    <a:pt x="301176" y="188189"/>
                    <a:pt x="304305" y="189091"/>
                    <a:pt x="307010" y="190099"/>
                  </a:cubicBezTo>
                  <a:lnTo>
                    <a:pt x="295024" y="202084"/>
                  </a:lnTo>
                  <a:lnTo>
                    <a:pt x="300911" y="207970"/>
                  </a:lnTo>
                  <a:lnTo>
                    <a:pt x="331087" y="177794"/>
                  </a:lnTo>
                  <a:lnTo>
                    <a:pt x="325200" y="171908"/>
                  </a:lnTo>
                  <a:lnTo>
                    <a:pt x="313904" y="183204"/>
                  </a:lnTo>
                  <a:moveTo>
                    <a:pt x="398545" y="168143"/>
                  </a:moveTo>
                  <a:lnTo>
                    <a:pt x="396953" y="161354"/>
                  </a:lnTo>
                  <a:cubicBezTo>
                    <a:pt x="389688" y="164908"/>
                    <a:pt x="378816" y="171961"/>
                    <a:pt x="370914" y="178378"/>
                  </a:cubicBezTo>
                  <a:lnTo>
                    <a:pt x="372134" y="185326"/>
                  </a:lnTo>
                  <a:cubicBezTo>
                    <a:pt x="379930" y="179120"/>
                    <a:pt x="390430" y="172438"/>
                    <a:pt x="397643" y="169044"/>
                  </a:cubicBezTo>
                  <a:lnTo>
                    <a:pt x="372559" y="194129"/>
                  </a:lnTo>
                  <a:lnTo>
                    <a:pt x="356861" y="178431"/>
                  </a:lnTo>
                  <a:cubicBezTo>
                    <a:pt x="359035" y="178802"/>
                    <a:pt x="361793" y="179651"/>
                    <a:pt x="363437" y="180446"/>
                  </a:cubicBezTo>
                  <a:cubicBezTo>
                    <a:pt x="365611" y="176893"/>
                    <a:pt x="367679" y="173022"/>
                    <a:pt x="369430" y="169044"/>
                  </a:cubicBezTo>
                  <a:lnTo>
                    <a:pt x="370172" y="173711"/>
                  </a:lnTo>
                  <a:cubicBezTo>
                    <a:pt x="375581" y="170211"/>
                    <a:pt x="383112" y="166499"/>
                    <a:pt x="387673" y="164801"/>
                  </a:cubicBezTo>
                  <a:lnTo>
                    <a:pt x="386347" y="158384"/>
                  </a:lnTo>
                  <a:cubicBezTo>
                    <a:pt x="382051" y="160028"/>
                    <a:pt x="375528" y="163476"/>
                    <a:pt x="370437" y="166764"/>
                  </a:cubicBezTo>
                  <a:cubicBezTo>
                    <a:pt x="371233" y="164696"/>
                    <a:pt x="372028" y="162627"/>
                    <a:pt x="372664" y="160506"/>
                  </a:cubicBezTo>
                  <a:cubicBezTo>
                    <a:pt x="378869" y="158543"/>
                    <a:pt x="384968" y="155627"/>
                    <a:pt x="390536" y="151967"/>
                  </a:cubicBezTo>
                  <a:cubicBezTo>
                    <a:pt x="390006" y="150271"/>
                    <a:pt x="389476" y="147407"/>
                    <a:pt x="389317" y="145126"/>
                  </a:cubicBezTo>
                  <a:lnTo>
                    <a:pt x="405439" y="161248"/>
                  </a:lnTo>
                  <a:lnTo>
                    <a:pt x="398545" y="168143"/>
                  </a:lnTo>
                  <a:moveTo>
                    <a:pt x="349595" y="148255"/>
                  </a:moveTo>
                  <a:cubicBezTo>
                    <a:pt x="350921" y="154778"/>
                    <a:pt x="350338" y="162787"/>
                    <a:pt x="348481" y="169522"/>
                  </a:cubicBezTo>
                  <a:cubicBezTo>
                    <a:pt x="350497" y="169204"/>
                    <a:pt x="354368" y="169044"/>
                    <a:pt x="356330" y="169097"/>
                  </a:cubicBezTo>
                  <a:cubicBezTo>
                    <a:pt x="356701" y="167347"/>
                    <a:pt x="357020" y="165438"/>
                    <a:pt x="357179" y="163476"/>
                  </a:cubicBezTo>
                  <a:cubicBezTo>
                    <a:pt x="359353" y="163423"/>
                    <a:pt x="361634" y="163157"/>
                    <a:pt x="364020" y="162787"/>
                  </a:cubicBezTo>
                  <a:cubicBezTo>
                    <a:pt x="361846" y="167824"/>
                    <a:pt x="358982" y="172916"/>
                    <a:pt x="355906" y="177476"/>
                  </a:cubicBezTo>
                  <a:lnTo>
                    <a:pt x="338140" y="159710"/>
                  </a:lnTo>
                  <a:lnTo>
                    <a:pt x="349595" y="148255"/>
                  </a:lnTo>
                  <a:moveTo>
                    <a:pt x="368687" y="146558"/>
                  </a:moveTo>
                  <a:cubicBezTo>
                    <a:pt x="368369" y="149316"/>
                    <a:pt x="367838" y="152180"/>
                    <a:pt x="366778" y="155150"/>
                  </a:cubicBezTo>
                  <a:cubicBezTo>
                    <a:pt x="363914" y="156104"/>
                    <a:pt x="361103" y="156581"/>
                    <a:pt x="358505" y="156740"/>
                  </a:cubicBezTo>
                  <a:lnTo>
                    <a:pt x="368687" y="146558"/>
                  </a:lnTo>
                  <a:moveTo>
                    <a:pt x="388521" y="144331"/>
                  </a:moveTo>
                  <a:cubicBezTo>
                    <a:pt x="384173" y="147301"/>
                    <a:pt x="379505" y="150058"/>
                    <a:pt x="374892" y="152126"/>
                  </a:cubicBezTo>
                  <a:cubicBezTo>
                    <a:pt x="376006" y="146028"/>
                    <a:pt x="376271" y="140035"/>
                    <a:pt x="375104" y="134626"/>
                  </a:cubicBezTo>
                  <a:lnTo>
                    <a:pt x="369430" y="136058"/>
                  </a:lnTo>
                  <a:lnTo>
                    <a:pt x="368740" y="137171"/>
                  </a:lnTo>
                  <a:lnTo>
                    <a:pt x="357179" y="148733"/>
                  </a:lnTo>
                  <a:cubicBezTo>
                    <a:pt x="357020" y="147301"/>
                    <a:pt x="356755" y="145869"/>
                    <a:pt x="356489" y="144543"/>
                  </a:cubicBezTo>
                  <a:lnTo>
                    <a:pt x="350390" y="147460"/>
                  </a:lnTo>
                  <a:lnTo>
                    <a:pt x="371020" y="126830"/>
                  </a:lnTo>
                  <a:lnTo>
                    <a:pt x="388521" y="144331"/>
                  </a:lnTo>
                  <a:moveTo>
                    <a:pt x="326420" y="160082"/>
                  </a:moveTo>
                  <a:lnTo>
                    <a:pt x="373990" y="207652"/>
                  </a:lnTo>
                  <a:lnTo>
                    <a:pt x="380036" y="201607"/>
                  </a:lnTo>
                  <a:lnTo>
                    <a:pt x="378127" y="199697"/>
                  </a:lnTo>
                  <a:lnTo>
                    <a:pt x="411007" y="166817"/>
                  </a:lnTo>
                  <a:lnTo>
                    <a:pt x="412916" y="168726"/>
                  </a:lnTo>
                  <a:lnTo>
                    <a:pt x="419281" y="162362"/>
                  </a:lnTo>
                  <a:lnTo>
                    <a:pt x="371710" y="114791"/>
                  </a:lnTo>
                  <a:lnTo>
                    <a:pt x="326420" y="160082"/>
                  </a:lnTo>
                  <a:moveTo>
                    <a:pt x="274765" y="424822"/>
                  </a:moveTo>
                  <a:lnTo>
                    <a:pt x="281819" y="417769"/>
                  </a:lnTo>
                  <a:lnTo>
                    <a:pt x="265432" y="401382"/>
                  </a:lnTo>
                  <a:cubicBezTo>
                    <a:pt x="261719" y="397670"/>
                    <a:pt x="255620" y="392843"/>
                    <a:pt x="251537" y="389503"/>
                  </a:cubicBezTo>
                  <a:lnTo>
                    <a:pt x="251749" y="389290"/>
                  </a:lnTo>
                  <a:lnTo>
                    <a:pt x="264106" y="395389"/>
                  </a:lnTo>
                  <a:lnTo>
                    <a:pt x="286698" y="405784"/>
                  </a:lnTo>
                  <a:lnTo>
                    <a:pt x="291206" y="401276"/>
                  </a:lnTo>
                  <a:lnTo>
                    <a:pt x="280758" y="378737"/>
                  </a:lnTo>
                  <a:lnTo>
                    <a:pt x="274712" y="366327"/>
                  </a:lnTo>
                  <a:lnTo>
                    <a:pt x="274978" y="366062"/>
                  </a:lnTo>
                  <a:cubicBezTo>
                    <a:pt x="278266" y="370198"/>
                    <a:pt x="283145" y="376244"/>
                    <a:pt x="286857" y="379957"/>
                  </a:cubicBezTo>
                  <a:lnTo>
                    <a:pt x="303244" y="396344"/>
                  </a:lnTo>
                  <a:lnTo>
                    <a:pt x="310403" y="389184"/>
                  </a:lnTo>
                  <a:lnTo>
                    <a:pt x="271106" y="349887"/>
                  </a:lnTo>
                  <a:lnTo>
                    <a:pt x="262409" y="358584"/>
                  </a:lnTo>
                  <a:lnTo>
                    <a:pt x="274288" y="383510"/>
                  </a:lnTo>
                  <a:cubicBezTo>
                    <a:pt x="275879" y="386798"/>
                    <a:pt x="277789" y="390086"/>
                    <a:pt x="279433" y="393427"/>
                  </a:cubicBezTo>
                  <a:lnTo>
                    <a:pt x="279167" y="393692"/>
                  </a:lnTo>
                  <a:cubicBezTo>
                    <a:pt x="275879" y="391995"/>
                    <a:pt x="272538" y="390139"/>
                    <a:pt x="269250" y="388548"/>
                  </a:cubicBezTo>
                  <a:lnTo>
                    <a:pt x="244165" y="376828"/>
                  </a:lnTo>
                  <a:lnTo>
                    <a:pt x="235468" y="385525"/>
                  </a:lnTo>
                  <a:lnTo>
                    <a:pt x="274765" y="424822"/>
                  </a:lnTo>
                  <a:moveTo>
                    <a:pt x="319394" y="380194"/>
                  </a:moveTo>
                  <a:lnTo>
                    <a:pt x="327190" y="372398"/>
                  </a:lnTo>
                  <a:lnTo>
                    <a:pt x="297491" y="342700"/>
                  </a:lnTo>
                  <a:lnTo>
                    <a:pt x="289695" y="350496"/>
                  </a:lnTo>
                  <a:lnTo>
                    <a:pt x="319394" y="380194"/>
                  </a:lnTo>
                  <a:moveTo>
                    <a:pt x="288847" y="341798"/>
                  </a:moveTo>
                  <a:cubicBezTo>
                    <a:pt x="291498" y="339147"/>
                    <a:pt x="291657" y="335594"/>
                    <a:pt x="289058" y="332995"/>
                  </a:cubicBezTo>
                  <a:cubicBezTo>
                    <a:pt x="286513" y="330449"/>
                    <a:pt x="282960" y="330608"/>
                    <a:pt x="280308" y="333260"/>
                  </a:cubicBezTo>
                  <a:cubicBezTo>
                    <a:pt x="277604" y="335965"/>
                    <a:pt x="277444" y="339518"/>
                    <a:pt x="279990" y="342064"/>
                  </a:cubicBezTo>
                  <a:cubicBezTo>
                    <a:pt x="282589" y="344662"/>
                    <a:pt x="286142" y="344503"/>
                    <a:pt x="288847" y="341798"/>
                  </a:cubicBezTo>
                  <a:moveTo>
                    <a:pt x="335500" y="364088"/>
                  </a:moveTo>
                  <a:lnTo>
                    <a:pt x="343296" y="356292"/>
                  </a:lnTo>
                  <a:lnTo>
                    <a:pt x="322879" y="335874"/>
                  </a:lnTo>
                  <a:cubicBezTo>
                    <a:pt x="322879" y="331525"/>
                    <a:pt x="323249" y="328820"/>
                    <a:pt x="325689" y="326381"/>
                  </a:cubicBezTo>
                  <a:cubicBezTo>
                    <a:pt x="328606" y="323464"/>
                    <a:pt x="331470" y="323783"/>
                    <a:pt x="336083" y="328396"/>
                  </a:cubicBezTo>
                  <a:lnTo>
                    <a:pt x="353638" y="345950"/>
                  </a:lnTo>
                  <a:lnTo>
                    <a:pt x="361433" y="338155"/>
                  </a:lnTo>
                  <a:lnTo>
                    <a:pt x="342925" y="319646"/>
                  </a:lnTo>
                  <a:cubicBezTo>
                    <a:pt x="335447" y="312169"/>
                    <a:pt x="328235" y="310471"/>
                    <a:pt x="321818" y="316888"/>
                  </a:cubicBezTo>
                  <a:cubicBezTo>
                    <a:pt x="317787" y="320919"/>
                    <a:pt x="316886" y="326063"/>
                    <a:pt x="316832" y="331207"/>
                  </a:cubicBezTo>
                  <a:lnTo>
                    <a:pt x="316673" y="331366"/>
                  </a:lnTo>
                  <a:lnTo>
                    <a:pt x="312166" y="328025"/>
                  </a:lnTo>
                  <a:lnTo>
                    <a:pt x="305802" y="334389"/>
                  </a:lnTo>
                  <a:lnTo>
                    <a:pt x="335500" y="364088"/>
                  </a:lnTo>
                  <a:moveTo>
                    <a:pt x="380665" y="320408"/>
                  </a:moveTo>
                  <a:cubicBezTo>
                    <a:pt x="383740" y="317332"/>
                    <a:pt x="385013" y="312665"/>
                    <a:pt x="385066" y="308370"/>
                  </a:cubicBezTo>
                  <a:lnTo>
                    <a:pt x="385279" y="308158"/>
                  </a:lnTo>
                  <a:lnTo>
                    <a:pt x="388937" y="310650"/>
                  </a:lnTo>
                  <a:lnTo>
                    <a:pt x="395249" y="304339"/>
                  </a:lnTo>
                  <a:lnTo>
                    <a:pt x="352928" y="262019"/>
                  </a:lnTo>
                  <a:lnTo>
                    <a:pt x="345185" y="269762"/>
                  </a:lnTo>
                  <a:lnTo>
                    <a:pt x="355633" y="280209"/>
                  </a:lnTo>
                  <a:lnTo>
                    <a:pt x="360565" y="284611"/>
                  </a:lnTo>
                  <a:cubicBezTo>
                    <a:pt x="356482" y="284770"/>
                    <a:pt x="353140" y="285566"/>
                    <a:pt x="349799" y="288907"/>
                  </a:cubicBezTo>
                  <a:cubicBezTo>
                    <a:pt x="343382" y="295324"/>
                    <a:pt x="343276" y="307309"/>
                    <a:pt x="352928" y="316961"/>
                  </a:cubicBezTo>
                  <a:cubicBezTo>
                    <a:pt x="362686" y="326719"/>
                    <a:pt x="373293" y="327780"/>
                    <a:pt x="380665" y="320408"/>
                  </a:cubicBezTo>
                  <a:moveTo>
                    <a:pt x="376263" y="311976"/>
                  </a:moveTo>
                  <a:cubicBezTo>
                    <a:pt x="372338" y="315901"/>
                    <a:pt x="367035" y="315052"/>
                    <a:pt x="360883" y="308900"/>
                  </a:cubicBezTo>
                  <a:cubicBezTo>
                    <a:pt x="354943" y="302960"/>
                    <a:pt x="354572" y="296968"/>
                    <a:pt x="357913" y="293627"/>
                  </a:cubicBezTo>
                  <a:cubicBezTo>
                    <a:pt x="359770" y="291770"/>
                    <a:pt x="362262" y="290444"/>
                    <a:pt x="365709" y="290285"/>
                  </a:cubicBezTo>
                  <a:lnTo>
                    <a:pt x="378755" y="303332"/>
                  </a:lnTo>
                  <a:cubicBezTo>
                    <a:pt x="379232" y="307309"/>
                    <a:pt x="378331" y="309908"/>
                    <a:pt x="376263" y="311976"/>
                  </a:cubicBezTo>
                  <a:moveTo>
                    <a:pt x="404240" y="295348"/>
                  </a:moveTo>
                  <a:lnTo>
                    <a:pt x="411294" y="288294"/>
                  </a:lnTo>
                  <a:lnTo>
                    <a:pt x="394907" y="271907"/>
                  </a:lnTo>
                  <a:cubicBezTo>
                    <a:pt x="391195" y="268195"/>
                    <a:pt x="385096" y="263368"/>
                    <a:pt x="381012" y="260027"/>
                  </a:cubicBezTo>
                  <a:lnTo>
                    <a:pt x="381224" y="259815"/>
                  </a:lnTo>
                  <a:lnTo>
                    <a:pt x="393581" y="265914"/>
                  </a:lnTo>
                  <a:lnTo>
                    <a:pt x="416173" y="276308"/>
                  </a:lnTo>
                  <a:lnTo>
                    <a:pt x="420681" y="271801"/>
                  </a:lnTo>
                  <a:lnTo>
                    <a:pt x="410233" y="249262"/>
                  </a:lnTo>
                  <a:lnTo>
                    <a:pt x="404188" y="236852"/>
                  </a:lnTo>
                  <a:lnTo>
                    <a:pt x="404453" y="236587"/>
                  </a:lnTo>
                  <a:cubicBezTo>
                    <a:pt x="407741" y="240724"/>
                    <a:pt x="412620" y="246769"/>
                    <a:pt x="416332" y="250481"/>
                  </a:cubicBezTo>
                  <a:lnTo>
                    <a:pt x="432719" y="266869"/>
                  </a:lnTo>
                  <a:lnTo>
                    <a:pt x="439879" y="259709"/>
                  </a:lnTo>
                  <a:lnTo>
                    <a:pt x="400581" y="220412"/>
                  </a:lnTo>
                  <a:lnTo>
                    <a:pt x="391884" y="229109"/>
                  </a:lnTo>
                  <a:lnTo>
                    <a:pt x="403763" y="254035"/>
                  </a:lnTo>
                  <a:cubicBezTo>
                    <a:pt x="405354" y="257323"/>
                    <a:pt x="407263" y="260611"/>
                    <a:pt x="408907" y="263952"/>
                  </a:cubicBezTo>
                  <a:lnTo>
                    <a:pt x="408643" y="264217"/>
                  </a:lnTo>
                  <a:cubicBezTo>
                    <a:pt x="405354" y="262520"/>
                    <a:pt x="402013" y="260664"/>
                    <a:pt x="398725" y="259073"/>
                  </a:cubicBezTo>
                  <a:lnTo>
                    <a:pt x="373640" y="247352"/>
                  </a:lnTo>
                  <a:lnTo>
                    <a:pt x="364943" y="256050"/>
                  </a:lnTo>
                  <a:lnTo>
                    <a:pt x="404240" y="295348"/>
                  </a:lnTo>
                  <a:moveTo>
                    <a:pt x="456929" y="244143"/>
                  </a:moveTo>
                  <a:cubicBezTo>
                    <a:pt x="460324" y="240749"/>
                    <a:pt x="461597" y="236082"/>
                    <a:pt x="461968" y="231256"/>
                  </a:cubicBezTo>
                  <a:lnTo>
                    <a:pt x="462180" y="231044"/>
                  </a:lnTo>
                  <a:lnTo>
                    <a:pt x="465892" y="233696"/>
                  </a:lnTo>
                  <a:lnTo>
                    <a:pt x="472256" y="227332"/>
                  </a:lnTo>
                  <a:lnTo>
                    <a:pt x="454915" y="209990"/>
                  </a:lnTo>
                  <a:cubicBezTo>
                    <a:pt x="446323" y="201398"/>
                    <a:pt x="437944" y="200762"/>
                    <a:pt x="430413" y="208293"/>
                  </a:cubicBezTo>
                  <a:cubicBezTo>
                    <a:pt x="425746" y="212960"/>
                    <a:pt x="423254" y="218953"/>
                    <a:pt x="421928" y="224627"/>
                  </a:cubicBezTo>
                  <a:lnTo>
                    <a:pt x="429883" y="226960"/>
                  </a:lnTo>
                  <a:cubicBezTo>
                    <a:pt x="431050" y="222612"/>
                    <a:pt x="432481" y="218740"/>
                    <a:pt x="435239" y="215983"/>
                  </a:cubicBezTo>
                  <a:cubicBezTo>
                    <a:pt x="438898" y="212323"/>
                    <a:pt x="442399" y="213278"/>
                    <a:pt x="445475" y="216035"/>
                  </a:cubicBezTo>
                  <a:cubicBezTo>
                    <a:pt x="434762" y="229294"/>
                    <a:pt x="432959" y="237779"/>
                    <a:pt x="439323" y="244143"/>
                  </a:cubicBezTo>
                  <a:cubicBezTo>
                    <a:pt x="444361" y="249181"/>
                    <a:pt x="451627" y="249446"/>
                    <a:pt x="456929" y="244143"/>
                  </a:cubicBezTo>
                  <a:moveTo>
                    <a:pt x="453376" y="235499"/>
                  </a:moveTo>
                  <a:cubicBezTo>
                    <a:pt x="451096" y="237779"/>
                    <a:pt x="448444" y="238415"/>
                    <a:pt x="446111" y="236082"/>
                  </a:cubicBezTo>
                  <a:cubicBezTo>
                    <a:pt x="443459" y="233431"/>
                    <a:pt x="443884" y="228976"/>
                    <a:pt x="450248" y="220808"/>
                  </a:cubicBezTo>
                  <a:lnTo>
                    <a:pt x="456240" y="226801"/>
                  </a:lnTo>
                  <a:cubicBezTo>
                    <a:pt x="456187" y="230567"/>
                    <a:pt x="455604" y="233272"/>
                    <a:pt x="453376" y="235499"/>
                  </a:cubicBezTo>
                  <a:moveTo>
                    <a:pt x="489430" y="211643"/>
                  </a:moveTo>
                  <a:cubicBezTo>
                    <a:pt x="497172" y="203900"/>
                    <a:pt x="497066" y="195628"/>
                    <a:pt x="491869" y="190430"/>
                  </a:cubicBezTo>
                  <a:cubicBezTo>
                    <a:pt x="486353" y="184915"/>
                    <a:pt x="480043" y="187301"/>
                    <a:pt x="474633" y="189741"/>
                  </a:cubicBezTo>
                  <a:cubicBezTo>
                    <a:pt x="470338" y="191703"/>
                    <a:pt x="466784" y="193665"/>
                    <a:pt x="464610" y="191491"/>
                  </a:cubicBezTo>
                  <a:cubicBezTo>
                    <a:pt x="462913" y="189794"/>
                    <a:pt x="463019" y="187354"/>
                    <a:pt x="465724" y="184649"/>
                  </a:cubicBezTo>
                  <a:cubicBezTo>
                    <a:pt x="467898" y="182475"/>
                    <a:pt x="470974" y="181415"/>
                    <a:pt x="474633" y="180831"/>
                  </a:cubicBezTo>
                  <a:lnTo>
                    <a:pt x="473413" y="172611"/>
                  </a:lnTo>
                  <a:cubicBezTo>
                    <a:pt x="469118" y="173194"/>
                    <a:pt x="463973" y="174733"/>
                    <a:pt x="459678" y="179028"/>
                  </a:cubicBezTo>
                  <a:cubicBezTo>
                    <a:pt x="452890" y="185816"/>
                    <a:pt x="452359" y="193877"/>
                    <a:pt x="457663" y="199181"/>
                  </a:cubicBezTo>
                  <a:cubicBezTo>
                    <a:pt x="462648" y="204166"/>
                    <a:pt x="469118" y="202256"/>
                    <a:pt x="474315" y="199923"/>
                  </a:cubicBezTo>
                  <a:cubicBezTo>
                    <a:pt x="478664" y="198014"/>
                    <a:pt x="482747" y="195946"/>
                    <a:pt x="484975" y="198173"/>
                  </a:cubicBezTo>
                  <a:cubicBezTo>
                    <a:pt x="486831" y="200029"/>
                    <a:pt x="486778" y="202628"/>
                    <a:pt x="483808" y="205598"/>
                  </a:cubicBezTo>
                  <a:cubicBezTo>
                    <a:pt x="481050" y="208355"/>
                    <a:pt x="477338" y="209734"/>
                    <a:pt x="472618" y="210317"/>
                  </a:cubicBezTo>
                  <a:lnTo>
                    <a:pt x="473944" y="218750"/>
                  </a:lnTo>
                  <a:cubicBezTo>
                    <a:pt x="479353" y="218219"/>
                    <a:pt x="485452" y="215621"/>
                    <a:pt x="489430" y="211643"/>
                  </a:cubicBezTo>
                  <a:moveTo>
                    <a:pt x="516830" y="184243"/>
                  </a:moveTo>
                  <a:cubicBezTo>
                    <a:pt x="519429" y="181644"/>
                    <a:pt x="520914" y="178992"/>
                    <a:pt x="521975" y="176871"/>
                  </a:cubicBezTo>
                  <a:lnTo>
                    <a:pt x="515027" y="172469"/>
                  </a:lnTo>
                  <a:cubicBezTo>
                    <a:pt x="514550" y="173582"/>
                    <a:pt x="513701" y="175067"/>
                    <a:pt x="512747" y="176022"/>
                  </a:cubicBezTo>
                  <a:cubicBezTo>
                    <a:pt x="510095" y="178674"/>
                    <a:pt x="507125" y="178462"/>
                    <a:pt x="503731" y="175067"/>
                  </a:cubicBezTo>
                  <a:lnTo>
                    <a:pt x="490579" y="161915"/>
                  </a:lnTo>
                  <a:lnTo>
                    <a:pt x="497897" y="154597"/>
                  </a:lnTo>
                  <a:lnTo>
                    <a:pt x="491746" y="148445"/>
                  </a:lnTo>
                  <a:lnTo>
                    <a:pt x="484427" y="155764"/>
                  </a:lnTo>
                  <a:lnTo>
                    <a:pt x="476419" y="147755"/>
                  </a:lnTo>
                  <a:lnTo>
                    <a:pt x="469949" y="154226"/>
                  </a:lnTo>
                  <a:lnTo>
                    <a:pt x="477056" y="163135"/>
                  </a:lnTo>
                  <a:lnTo>
                    <a:pt x="472813" y="168120"/>
                  </a:lnTo>
                  <a:lnTo>
                    <a:pt x="478594" y="173901"/>
                  </a:lnTo>
                  <a:lnTo>
                    <a:pt x="482783" y="169711"/>
                  </a:lnTo>
                  <a:lnTo>
                    <a:pt x="495935" y="182863"/>
                  </a:lnTo>
                  <a:cubicBezTo>
                    <a:pt x="502565" y="189493"/>
                    <a:pt x="509777" y="191296"/>
                    <a:pt x="516830" y="184243"/>
                  </a:cubicBezTo>
                  <a:moveTo>
                    <a:pt x="540184" y="160888"/>
                  </a:moveTo>
                  <a:cubicBezTo>
                    <a:pt x="543844" y="157229"/>
                    <a:pt x="546336" y="152191"/>
                    <a:pt x="547238" y="147259"/>
                  </a:cubicBezTo>
                  <a:lnTo>
                    <a:pt x="539813" y="145138"/>
                  </a:lnTo>
                  <a:cubicBezTo>
                    <a:pt x="539018" y="148585"/>
                    <a:pt x="537639" y="151448"/>
                    <a:pt x="535199" y="153888"/>
                  </a:cubicBezTo>
                  <a:cubicBezTo>
                    <a:pt x="530798" y="158290"/>
                    <a:pt x="525070" y="158926"/>
                    <a:pt x="519554" y="154684"/>
                  </a:cubicBezTo>
                  <a:lnTo>
                    <a:pt x="537851" y="136387"/>
                  </a:lnTo>
                  <a:cubicBezTo>
                    <a:pt x="537374" y="135485"/>
                    <a:pt x="536101" y="133895"/>
                    <a:pt x="534616" y="132410"/>
                  </a:cubicBezTo>
                  <a:cubicBezTo>
                    <a:pt x="526449" y="124243"/>
                    <a:pt x="516214" y="122492"/>
                    <a:pt x="508046" y="130660"/>
                  </a:cubicBezTo>
                  <a:cubicBezTo>
                    <a:pt x="500993" y="137713"/>
                    <a:pt x="500198" y="150494"/>
                    <a:pt x="509797" y="160093"/>
                  </a:cubicBezTo>
                  <a:cubicBezTo>
                    <a:pt x="519608" y="169904"/>
                    <a:pt x="531858" y="169214"/>
                    <a:pt x="540184" y="160888"/>
                  </a:cubicBezTo>
                  <a:moveTo>
                    <a:pt x="514252" y="149593"/>
                  </a:moveTo>
                  <a:cubicBezTo>
                    <a:pt x="510539" y="144713"/>
                    <a:pt x="511069" y="139728"/>
                    <a:pt x="514198" y="136599"/>
                  </a:cubicBezTo>
                  <a:cubicBezTo>
                    <a:pt x="518017" y="132781"/>
                    <a:pt x="522365" y="133523"/>
                    <a:pt x="526343" y="137501"/>
                  </a:cubicBezTo>
                  <a:lnTo>
                    <a:pt x="514252" y="149593"/>
                  </a:lnTo>
                  <a:moveTo>
                    <a:pt x="557317" y="142271"/>
                  </a:moveTo>
                  <a:lnTo>
                    <a:pt x="565113" y="134475"/>
                  </a:lnTo>
                  <a:lnTo>
                    <a:pt x="547400" y="116762"/>
                  </a:lnTo>
                  <a:cubicBezTo>
                    <a:pt x="544748" y="110822"/>
                    <a:pt x="546021" y="106474"/>
                    <a:pt x="548354" y="104140"/>
                  </a:cubicBezTo>
                  <a:cubicBezTo>
                    <a:pt x="549574" y="102920"/>
                    <a:pt x="550582" y="102231"/>
                    <a:pt x="551960" y="101488"/>
                  </a:cubicBezTo>
                  <a:lnTo>
                    <a:pt x="546551" y="93427"/>
                  </a:lnTo>
                  <a:cubicBezTo>
                    <a:pt x="545279" y="93958"/>
                    <a:pt x="544059" y="94647"/>
                    <a:pt x="542415" y="96291"/>
                  </a:cubicBezTo>
                  <a:cubicBezTo>
                    <a:pt x="539339" y="99367"/>
                    <a:pt x="538278" y="104671"/>
                    <a:pt x="539975" y="110716"/>
                  </a:cubicBezTo>
                  <a:lnTo>
                    <a:pt x="539816" y="110875"/>
                  </a:lnTo>
                  <a:lnTo>
                    <a:pt x="533983" y="106208"/>
                  </a:lnTo>
                  <a:lnTo>
                    <a:pt x="527618" y="112573"/>
                  </a:lnTo>
                  <a:lnTo>
                    <a:pt x="557317" y="142271"/>
                  </a:lnTo>
                </a:path>
              </a:pathLst>
            </a:custGeom>
            <a:solidFill>
              <a:srgbClr val="999999">
                <a:alpha val="30000"/>
              </a:srgbClr>
            </a:solidFill>
          </p:spPr>
        </p:sp>
        <p:sp>
          <p:nvSpPr>
            <p:cNvPr id="212" name="shape212"/>
            <p:cNvSpPr/>
            <p:nvPr/>
          </p:nvSpPr>
          <p:spPr>
            <a:xfrm>
              <a:off x="2503974" y="3569843"/>
              <a:ext cx="192000" cy="192000"/>
            </a:xfrm>
            <a:custGeom>
              <a:avLst/>
              <a:gdLst/>
              <a:ahLst/>
              <a:cxnLst/>
              <a:rect l="0" t="0" r="0" b="0"/>
              <a:pathLst>
                <a:path w="192000" h="192000">
                  <a:moveTo>
                    <a:pt x="83426" y="386789"/>
                  </a:moveTo>
                  <a:lnTo>
                    <a:pt x="51606" y="418609"/>
                  </a:lnTo>
                  <a:cubicBezTo>
                    <a:pt x="43204" y="427012"/>
                    <a:pt x="37083" y="433137"/>
                    <a:pt x="32653" y="438356"/>
                  </a:cubicBezTo>
                  <a:cubicBezTo>
                    <a:pt x="28254" y="443537"/>
                    <a:pt x="25770" y="447547"/>
                    <a:pt x="24445" y="451623"/>
                  </a:cubicBezTo>
                  <a:cubicBezTo>
                    <a:pt x="21968" y="459248"/>
                    <a:pt x="21968" y="467463"/>
                    <a:pt x="24445" y="475089"/>
                  </a:cubicBezTo>
                  <a:cubicBezTo>
                    <a:pt x="25770" y="479164"/>
                    <a:pt x="28254" y="483175"/>
                    <a:pt x="32653" y="488356"/>
                  </a:cubicBezTo>
                  <a:cubicBezTo>
                    <a:pt x="37083" y="493574"/>
                    <a:pt x="43204" y="499700"/>
                    <a:pt x="51606" y="508102"/>
                  </a:cubicBezTo>
                  <a:lnTo>
                    <a:pt x="83426" y="539922"/>
                  </a:lnTo>
                  <a:cubicBezTo>
                    <a:pt x="91829" y="548325"/>
                    <a:pt x="97954" y="554445"/>
                    <a:pt x="103173" y="558875"/>
                  </a:cubicBezTo>
                  <a:cubicBezTo>
                    <a:pt x="108354" y="563274"/>
                    <a:pt x="112364" y="565759"/>
                    <a:pt x="116440" y="567083"/>
                  </a:cubicBezTo>
                  <a:cubicBezTo>
                    <a:pt x="124066" y="569561"/>
                    <a:pt x="132280" y="569561"/>
                    <a:pt x="139906" y="567083"/>
                  </a:cubicBezTo>
                  <a:cubicBezTo>
                    <a:pt x="143981" y="565759"/>
                    <a:pt x="147992" y="563274"/>
                    <a:pt x="153173" y="558875"/>
                  </a:cubicBezTo>
                  <a:cubicBezTo>
                    <a:pt x="158392" y="554445"/>
                    <a:pt x="164516" y="548325"/>
                    <a:pt x="172919" y="539922"/>
                  </a:cubicBezTo>
                  <a:lnTo>
                    <a:pt x="204739" y="508102"/>
                  </a:lnTo>
                  <a:cubicBezTo>
                    <a:pt x="213142" y="499700"/>
                    <a:pt x="219262" y="493574"/>
                    <a:pt x="223693" y="488356"/>
                  </a:cubicBezTo>
                  <a:cubicBezTo>
                    <a:pt x="228091" y="483175"/>
                    <a:pt x="230576" y="479164"/>
                    <a:pt x="231900" y="475088"/>
                  </a:cubicBezTo>
                  <a:cubicBezTo>
                    <a:pt x="234378" y="467463"/>
                    <a:pt x="234378" y="459248"/>
                    <a:pt x="231900" y="451623"/>
                  </a:cubicBezTo>
                  <a:cubicBezTo>
                    <a:pt x="230576" y="447547"/>
                    <a:pt x="228091" y="443537"/>
                    <a:pt x="223693" y="438356"/>
                  </a:cubicBezTo>
                  <a:cubicBezTo>
                    <a:pt x="219262" y="433137"/>
                    <a:pt x="213142" y="427012"/>
                    <a:pt x="204739" y="418609"/>
                  </a:cubicBezTo>
                  <a:lnTo>
                    <a:pt x="172919" y="386789"/>
                  </a:lnTo>
                  <a:cubicBezTo>
                    <a:pt x="164516" y="378386"/>
                    <a:pt x="158392" y="372266"/>
                    <a:pt x="153173" y="367836"/>
                  </a:cubicBezTo>
                  <a:cubicBezTo>
                    <a:pt x="147992" y="363437"/>
                    <a:pt x="143981" y="360952"/>
                    <a:pt x="139906" y="359628"/>
                  </a:cubicBezTo>
                  <a:cubicBezTo>
                    <a:pt x="132280" y="357151"/>
                    <a:pt x="124066" y="357151"/>
                    <a:pt x="116440" y="359628"/>
                  </a:cubicBezTo>
                  <a:cubicBezTo>
                    <a:pt x="112364" y="360952"/>
                    <a:pt x="108354" y="363437"/>
                    <a:pt x="103173" y="367836"/>
                  </a:cubicBezTo>
                  <a:cubicBezTo>
                    <a:pt x="97954" y="372266"/>
                    <a:pt x="91829" y="378386"/>
                    <a:pt x="83426" y="386789"/>
                  </a:cubicBezTo>
                  <a:moveTo>
                    <a:pt x="20433" y="476392"/>
                  </a:moveTo>
                  <a:cubicBezTo>
                    <a:pt x="23563" y="486025"/>
                    <a:pt x="31916" y="494378"/>
                    <a:pt x="48623" y="511085"/>
                  </a:cubicBezTo>
                  <a:lnTo>
                    <a:pt x="80443" y="542905"/>
                  </a:lnTo>
                  <a:cubicBezTo>
                    <a:pt x="97150" y="559612"/>
                    <a:pt x="105503" y="567965"/>
                    <a:pt x="115136" y="571096"/>
                  </a:cubicBezTo>
                  <a:cubicBezTo>
                    <a:pt x="123609" y="573848"/>
                    <a:pt x="132736" y="573848"/>
                    <a:pt x="141209" y="571096"/>
                  </a:cubicBezTo>
                  <a:cubicBezTo>
                    <a:pt x="150842" y="567965"/>
                    <a:pt x="159196" y="559612"/>
                    <a:pt x="175903" y="542905"/>
                  </a:cubicBezTo>
                  <a:lnTo>
                    <a:pt x="207722" y="511085"/>
                  </a:lnTo>
                  <a:cubicBezTo>
                    <a:pt x="224429" y="494378"/>
                    <a:pt x="232783" y="486025"/>
                    <a:pt x="235913" y="476392"/>
                  </a:cubicBezTo>
                  <a:cubicBezTo>
                    <a:pt x="238666" y="467919"/>
                    <a:pt x="238666" y="458792"/>
                    <a:pt x="235913" y="450319"/>
                  </a:cubicBezTo>
                  <a:cubicBezTo>
                    <a:pt x="232783" y="440686"/>
                    <a:pt x="224429" y="432333"/>
                    <a:pt x="207722" y="415626"/>
                  </a:cubicBezTo>
                  <a:lnTo>
                    <a:pt x="175903" y="383806"/>
                  </a:lnTo>
                  <a:cubicBezTo>
                    <a:pt x="159196" y="367099"/>
                    <a:pt x="150842" y="358746"/>
                    <a:pt x="141209" y="355616"/>
                  </a:cubicBezTo>
                  <a:cubicBezTo>
                    <a:pt x="132736" y="352863"/>
                    <a:pt x="123609" y="352863"/>
                    <a:pt x="115136" y="355616"/>
                  </a:cubicBezTo>
                  <a:cubicBezTo>
                    <a:pt x="105503" y="358746"/>
                    <a:pt x="97150" y="367099"/>
                    <a:pt x="80443" y="383806"/>
                  </a:cubicBezTo>
                  <a:lnTo>
                    <a:pt x="48623" y="415626"/>
                  </a:lnTo>
                  <a:cubicBezTo>
                    <a:pt x="31916" y="432333"/>
                    <a:pt x="23563" y="440686"/>
                    <a:pt x="20433" y="450319"/>
                  </a:cubicBezTo>
                  <a:cubicBezTo>
                    <a:pt x="17680" y="458792"/>
                    <a:pt x="17680" y="467919"/>
                    <a:pt x="20433" y="476392"/>
                  </a:cubicBezTo>
                </a:path>
              </a:pathLst>
            </a:custGeom>
            <a:solidFill>
              <a:srgbClr val="999999">
                <a:alpha val="30000"/>
              </a:srgbClr>
            </a:solidFill>
          </p:spPr>
        </p:sp>
        <p:sp>
          <p:nvSpPr>
            <p:cNvPr id="213" name="shape213"/>
            <p:cNvSpPr/>
            <p:nvPr/>
          </p:nvSpPr>
          <p:spPr>
            <a:xfrm>
              <a:off x="2503974" y="3569843"/>
              <a:ext cx="192000" cy="192000"/>
            </a:xfrm>
            <a:custGeom>
              <a:avLst/>
              <a:gdLst/>
              <a:ahLst/>
              <a:cxnLst/>
              <a:rect l="0" t="0" r="0" b="0"/>
              <a:pathLst>
                <a:path w="192000" h="192000">
                  <a:moveTo>
                    <a:pt x="85406" y="472474"/>
                  </a:moveTo>
                  <a:lnTo>
                    <a:pt x="118879" y="505946"/>
                  </a:lnTo>
                  <a:lnTo>
                    <a:pt x="118879" y="495683"/>
                  </a:lnTo>
                  <a:cubicBezTo>
                    <a:pt x="118879" y="490628"/>
                    <a:pt x="122977" y="486530"/>
                    <a:pt x="128032" y="486530"/>
                  </a:cubicBezTo>
                  <a:cubicBezTo>
                    <a:pt x="133087" y="486530"/>
                    <a:pt x="137185" y="490628"/>
                    <a:pt x="137185" y="495683"/>
                  </a:cubicBezTo>
                  <a:lnTo>
                    <a:pt x="137185" y="516995"/>
                  </a:lnTo>
                  <a:cubicBezTo>
                    <a:pt x="137185" y="529227"/>
                    <a:pt x="122396" y="535353"/>
                    <a:pt x="113747" y="526703"/>
                  </a:cubicBezTo>
                  <a:lnTo>
                    <a:pt x="64649" y="477607"/>
                  </a:lnTo>
                  <a:cubicBezTo>
                    <a:pt x="56000" y="468957"/>
                    <a:pt x="62126" y="454168"/>
                    <a:pt x="74357" y="454168"/>
                  </a:cubicBezTo>
                  <a:lnTo>
                    <a:pt x="170657" y="454168"/>
                  </a:lnTo>
                  <a:lnTo>
                    <a:pt x="137185" y="420696"/>
                  </a:lnTo>
                  <a:lnTo>
                    <a:pt x="137185" y="430960"/>
                  </a:lnTo>
                  <a:cubicBezTo>
                    <a:pt x="137185" y="436015"/>
                    <a:pt x="133087" y="440113"/>
                    <a:pt x="128032" y="440113"/>
                  </a:cubicBezTo>
                  <a:cubicBezTo>
                    <a:pt x="122977" y="440113"/>
                    <a:pt x="118879" y="436015"/>
                    <a:pt x="118879" y="430960"/>
                  </a:cubicBezTo>
                  <a:lnTo>
                    <a:pt x="118879" y="409648"/>
                  </a:lnTo>
                  <a:cubicBezTo>
                    <a:pt x="118879" y="397415"/>
                    <a:pt x="133667" y="391289"/>
                    <a:pt x="142316" y="399939"/>
                  </a:cubicBezTo>
                  <a:lnTo>
                    <a:pt x="191414" y="449036"/>
                  </a:lnTo>
                  <a:cubicBezTo>
                    <a:pt x="200063" y="457685"/>
                    <a:pt x="193937" y="472474"/>
                    <a:pt x="181706" y="472474"/>
                  </a:cubicBezTo>
                  <a:lnTo>
                    <a:pt x="85406" y="472474"/>
                  </a:lnTo>
                </a:path>
              </a:pathLst>
            </a:custGeom>
            <a:solidFill>
              <a:srgbClr val="999999">
                <a:alpha val="30000"/>
              </a:srgbClr>
            </a:solidFill>
          </p:spPr>
        </p:sp>
        <p:sp>
          <p:nvSpPr>
            <p:cNvPr id="214" name="shape214"/>
            <p:cNvSpPr/>
            <p:nvPr/>
          </p:nvSpPr>
          <p:spPr>
            <a:xfrm>
              <a:off x="2503974" y="3569843"/>
              <a:ext cx="2760000" cy="2760000"/>
            </a:xfrm>
            <a:custGeom>
              <a:avLst/>
              <a:gdLst/>
              <a:ahLst/>
              <a:cxnLst/>
              <a:rect l="0" t="0" r="0" b="0"/>
              <a:pathLst>
                <a:path w="2760000" h="2760000">
                  <a:moveTo>
                    <a:pt x="174745" y="308150"/>
                  </a:moveTo>
                  <a:cubicBezTo>
                    <a:pt x="179624" y="318332"/>
                    <a:pt x="182488" y="330530"/>
                    <a:pt x="182488" y="340076"/>
                  </a:cubicBezTo>
                  <a:cubicBezTo>
                    <a:pt x="185140" y="340500"/>
                    <a:pt x="190284" y="342250"/>
                    <a:pt x="192405" y="343205"/>
                  </a:cubicBezTo>
                  <a:cubicBezTo>
                    <a:pt x="192299" y="340659"/>
                    <a:pt x="192034" y="337954"/>
                    <a:pt x="191716" y="335197"/>
                  </a:cubicBezTo>
                  <a:lnTo>
                    <a:pt x="218975" y="362456"/>
                  </a:lnTo>
                  <a:lnTo>
                    <a:pt x="225127" y="356304"/>
                  </a:lnTo>
                  <a:lnTo>
                    <a:pt x="188269" y="319446"/>
                  </a:lnTo>
                  <a:cubicBezTo>
                    <a:pt x="186677" y="314143"/>
                    <a:pt x="184715" y="308892"/>
                    <a:pt x="182488" y="304013"/>
                  </a:cubicBezTo>
                  <a:lnTo>
                    <a:pt x="174745" y="308150"/>
                  </a:lnTo>
                  <a:moveTo>
                    <a:pt x="233400" y="332863"/>
                  </a:moveTo>
                  <a:cubicBezTo>
                    <a:pt x="230377" y="335886"/>
                    <a:pt x="227831" y="336841"/>
                    <a:pt x="225869" y="334879"/>
                  </a:cubicBezTo>
                  <a:cubicBezTo>
                    <a:pt x="223217" y="332227"/>
                    <a:pt x="220778" y="327029"/>
                    <a:pt x="217437" y="279883"/>
                  </a:cubicBezTo>
                  <a:cubicBezTo>
                    <a:pt x="217437" y="279247"/>
                    <a:pt x="217384" y="278557"/>
                    <a:pt x="217225" y="278080"/>
                  </a:cubicBezTo>
                  <a:lnTo>
                    <a:pt x="211126" y="279936"/>
                  </a:lnTo>
                  <a:lnTo>
                    <a:pt x="209906" y="281580"/>
                  </a:lnTo>
                  <a:lnTo>
                    <a:pt x="186412" y="305074"/>
                  </a:lnTo>
                  <a:lnTo>
                    <a:pt x="192352" y="311014"/>
                  </a:lnTo>
                  <a:lnTo>
                    <a:pt x="209747" y="293619"/>
                  </a:lnTo>
                  <a:cubicBezTo>
                    <a:pt x="213565" y="333181"/>
                    <a:pt x="216482" y="338113"/>
                    <a:pt x="220247" y="341879"/>
                  </a:cubicBezTo>
                  <a:cubicBezTo>
                    <a:pt x="225179" y="346811"/>
                    <a:pt x="231809" y="346652"/>
                    <a:pt x="239711" y="338750"/>
                  </a:cubicBezTo>
                  <a:lnTo>
                    <a:pt x="250264" y="328196"/>
                  </a:lnTo>
                  <a:cubicBezTo>
                    <a:pt x="256894" y="321567"/>
                    <a:pt x="256946" y="316847"/>
                    <a:pt x="246128" y="304544"/>
                  </a:cubicBezTo>
                  <a:cubicBezTo>
                    <a:pt x="244112" y="306028"/>
                    <a:pt x="241090" y="307354"/>
                    <a:pt x="238544" y="308097"/>
                  </a:cubicBezTo>
                  <a:cubicBezTo>
                    <a:pt x="246658" y="316847"/>
                    <a:pt x="247241" y="319022"/>
                    <a:pt x="244643" y="321620"/>
                  </a:cubicBezTo>
                  <a:lnTo>
                    <a:pt x="233400" y="332863"/>
                  </a:lnTo>
                  <a:moveTo>
                    <a:pt x="292478" y="274208"/>
                  </a:moveTo>
                  <a:lnTo>
                    <a:pt x="290887" y="267421"/>
                  </a:lnTo>
                  <a:cubicBezTo>
                    <a:pt x="283622" y="270974"/>
                    <a:pt x="272750" y="278027"/>
                    <a:pt x="264848" y="284444"/>
                  </a:cubicBezTo>
                  <a:lnTo>
                    <a:pt x="266068" y="291391"/>
                  </a:lnTo>
                  <a:cubicBezTo>
                    <a:pt x="273864" y="285187"/>
                    <a:pt x="284365" y="278504"/>
                    <a:pt x="291577" y="275110"/>
                  </a:cubicBezTo>
                  <a:lnTo>
                    <a:pt x="266492" y="300195"/>
                  </a:lnTo>
                  <a:lnTo>
                    <a:pt x="250795" y="284497"/>
                  </a:lnTo>
                  <a:cubicBezTo>
                    <a:pt x="252969" y="284869"/>
                    <a:pt x="255727" y="285717"/>
                    <a:pt x="257371" y="286513"/>
                  </a:cubicBezTo>
                  <a:cubicBezTo>
                    <a:pt x="259545" y="282959"/>
                    <a:pt x="261613" y="279088"/>
                    <a:pt x="263363" y="275110"/>
                  </a:cubicBezTo>
                  <a:lnTo>
                    <a:pt x="264106" y="279777"/>
                  </a:lnTo>
                  <a:cubicBezTo>
                    <a:pt x="269515" y="276277"/>
                    <a:pt x="277046" y="272564"/>
                    <a:pt x="281607" y="270868"/>
                  </a:cubicBezTo>
                  <a:lnTo>
                    <a:pt x="280281" y="264451"/>
                  </a:lnTo>
                  <a:cubicBezTo>
                    <a:pt x="275985" y="266095"/>
                    <a:pt x="269462" y="269542"/>
                    <a:pt x="264371" y="272830"/>
                  </a:cubicBezTo>
                  <a:cubicBezTo>
                    <a:pt x="265166" y="270761"/>
                    <a:pt x="265962" y="268693"/>
                    <a:pt x="266599" y="266572"/>
                  </a:cubicBezTo>
                  <a:cubicBezTo>
                    <a:pt x="272803" y="264610"/>
                    <a:pt x="278902" y="261693"/>
                    <a:pt x="284470" y="258034"/>
                  </a:cubicBezTo>
                  <a:cubicBezTo>
                    <a:pt x="283940" y="256337"/>
                    <a:pt x="283410" y="253473"/>
                    <a:pt x="283251" y="251192"/>
                  </a:cubicBezTo>
                  <a:lnTo>
                    <a:pt x="299373" y="267314"/>
                  </a:lnTo>
                  <a:lnTo>
                    <a:pt x="292478" y="274208"/>
                  </a:lnTo>
                  <a:moveTo>
                    <a:pt x="243529" y="254321"/>
                  </a:moveTo>
                  <a:cubicBezTo>
                    <a:pt x="244855" y="260845"/>
                    <a:pt x="244271" y="268852"/>
                    <a:pt x="242416" y="275588"/>
                  </a:cubicBezTo>
                  <a:cubicBezTo>
                    <a:pt x="244430" y="275269"/>
                    <a:pt x="248302" y="275110"/>
                    <a:pt x="250264" y="275163"/>
                  </a:cubicBezTo>
                  <a:cubicBezTo>
                    <a:pt x="250636" y="273413"/>
                    <a:pt x="250954" y="271504"/>
                    <a:pt x="251113" y="269542"/>
                  </a:cubicBezTo>
                  <a:cubicBezTo>
                    <a:pt x="253287" y="269489"/>
                    <a:pt x="255568" y="269224"/>
                    <a:pt x="257954" y="268852"/>
                  </a:cubicBezTo>
                  <a:cubicBezTo>
                    <a:pt x="255779" y="273890"/>
                    <a:pt x="252916" y="278981"/>
                    <a:pt x="249840" y="283543"/>
                  </a:cubicBezTo>
                  <a:lnTo>
                    <a:pt x="232074" y="265777"/>
                  </a:lnTo>
                  <a:lnTo>
                    <a:pt x="243529" y="254321"/>
                  </a:lnTo>
                  <a:moveTo>
                    <a:pt x="262621" y="252624"/>
                  </a:moveTo>
                  <a:cubicBezTo>
                    <a:pt x="262303" y="255382"/>
                    <a:pt x="261772" y="258246"/>
                    <a:pt x="260712" y="261215"/>
                  </a:cubicBezTo>
                  <a:cubicBezTo>
                    <a:pt x="257848" y="262170"/>
                    <a:pt x="255037" y="262648"/>
                    <a:pt x="252439" y="262807"/>
                  </a:cubicBezTo>
                  <a:lnTo>
                    <a:pt x="262621" y="252624"/>
                  </a:lnTo>
                  <a:moveTo>
                    <a:pt x="282455" y="250397"/>
                  </a:moveTo>
                  <a:cubicBezTo>
                    <a:pt x="278107" y="253367"/>
                    <a:pt x="273440" y="256124"/>
                    <a:pt x="268826" y="258193"/>
                  </a:cubicBezTo>
                  <a:cubicBezTo>
                    <a:pt x="269939" y="252094"/>
                    <a:pt x="270205" y="246101"/>
                    <a:pt x="269038" y="240692"/>
                  </a:cubicBezTo>
                  <a:lnTo>
                    <a:pt x="263363" y="242124"/>
                  </a:lnTo>
                  <a:lnTo>
                    <a:pt x="262674" y="243238"/>
                  </a:lnTo>
                  <a:lnTo>
                    <a:pt x="251113" y="254798"/>
                  </a:lnTo>
                  <a:cubicBezTo>
                    <a:pt x="250954" y="253367"/>
                    <a:pt x="250688" y="251935"/>
                    <a:pt x="250423" y="250609"/>
                  </a:cubicBezTo>
                  <a:lnTo>
                    <a:pt x="244325" y="253526"/>
                  </a:lnTo>
                  <a:lnTo>
                    <a:pt x="264955" y="232896"/>
                  </a:lnTo>
                  <a:lnTo>
                    <a:pt x="282455" y="250397"/>
                  </a:lnTo>
                  <a:moveTo>
                    <a:pt x="220354" y="266147"/>
                  </a:moveTo>
                  <a:lnTo>
                    <a:pt x="267924" y="313718"/>
                  </a:lnTo>
                  <a:lnTo>
                    <a:pt x="273970" y="307673"/>
                  </a:lnTo>
                  <a:lnTo>
                    <a:pt x="272061" y="305764"/>
                  </a:lnTo>
                  <a:lnTo>
                    <a:pt x="304941" y="272883"/>
                  </a:lnTo>
                  <a:lnTo>
                    <a:pt x="306850" y="274792"/>
                  </a:lnTo>
                  <a:lnTo>
                    <a:pt x="313214" y="268428"/>
                  </a:lnTo>
                  <a:lnTo>
                    <a:pt x="265644" y="220858"/>
                  </a:lnTo>
                  <a:lnTo>
                    <a:pt x="220354" y="266147"/>
                  </a:lnTo>
                  <a:moveTo>
                    <a:pt x="303244" y="231941"/>
                  </a:moveTo>
                  <a:cubicBezTo>
                    <a:pt x="301494" y="230085"/>
                    <a:pt x="299797" y="228388"/>
                    <a:pt x="298312" y="226903"/>
                  </a:cubicBezTo>
                  <a:lnTo>
                    <a:pt x="296350" y="224941"/>
                  </a:lnTo>
                  <a:lnTo>
                    <a:pt x="300539" y="220751"/>
                  </a:lnTo>
                  <a:lnTo>
                    <a:pt x="307487" y="227699"/>
                  </a:lnTo>
                  <a:lnTo>
                    <a:pt x="303244" y="231941"/>
                  </a:lnTo>
                  <a:moveTo>
                    <a:pt x="287864" y="208076"/>
                  </a:moveTo>
                  <a:lnTo>
                    <a:pt x="295448" y="215660"/>
                  </a:lnTo>
                  <a:lnTo>
                    <a:pt x="291259" y="219850"/>
                  </a:lnTo>
                  <a:lnTo>
                    <a:pt x="283675" y="212266"/>
                  </a:lnTo>
                  <a:lnTo>
                    <a:pt x="287864" y="208076"/>
                  </a:lnTo>
                  <a:moveTo>
                    <a:pt x="288236" y="197947"/>
                  </a:moveTo>
                  <a:lnTo>
                    <a:pt x="273334" y="212849"/>
                  </a:lnTo>
                  <a:lnTo>
                    <a:pt x="292903" y="232418"/>
                  </a:lnTo>
                  <a:cubicBezTo>
                    <a:pt x="300380" y="239896"/>
                    <a:pt x="310403" y="250344"/>
                    <a:pt x="314699" y="260155"/>
                  </a:cubicBezTo>
                  <a:cubicBezTo>
                    <a:pt x="316396" y="259519"/>
                    <a:pt x="320798" y="259041"/>
                    <a:pt x="322760" y="259201"/>
                  </a:cubicBezTo>
                  <a:cubicBezTo>
                    <a:pt x="319949" y="252147"/>
                    <a:pt x="314116" y="244298"/>
                    <a:pt x="308229" y="237457"/>
                  </a:cubicBezTo>
                  <a:lnTo>
                    <a:pt x="312737" y="232949"/>
                  </a:lnTo>
                  <a:lnTo>
                    <a:pt x="323980" y="244192"/>
                  </a:lnTo>
                  <a:cubicBezTo>
                    <a:pt x="324616" y="244828"/>
                    <a:pt x="324616" y="245147"/>
                    <a:pt x="324086" y="245783"/>
                  </a:cubicBezTo>
                  <a:cubicBezTo>
                    <a:pt x="323503" y="246367"/>
                    <a:pt x="321965" y="247904"/>
                    <a:pt x="320268" y="249389"/>
                  </a:cubicBezTo>
                  <a:cubicBezTo>
                    <a:pt x="322442" y="250185"/>
                    <a:pt x="325677" y="251935"/>
                    <a:pt x="327321" y="253261"/>
                  </a:cubicBezTo>
                  <a:cubicBezTo>
                    <a:pt x="330132" y="250450"/>
                    <a:pt x="331988" y="248381"/>
                    <a:pt x="332465" y="245889"/>
                  </a:cubicBezTo>
                  <a:cubicBezTo>
                    <a:pt x="333049" y="243503"/>
                    <a:pt x="331829" y="241540"/>
                    <a:pt x="329284" y="238995"/>
                  </a:cubicBezTo>
                  <a:lnTo>
                    <a:pt x="288236" y="197947"/>
                  </a:lnTo>
                  <a:moveTo>
                    <a:pt x="336019" y="229396"/>
                  </a:moveTo>
                  <a:lnTo>
                    <a:pt x="331193" y="224570"/>
                  </a:lnTo>
                  <a:cubicBezTo>
                    <a:pt x="333420" y="224570"/>
                    <a:pt x="336178" y="224676"/>
                    <a:pt x="337556" y="224994"/>
                  </a:cubicBezTo>
                  <a:cubicBezTo>
                    <a:pt x="337504" y="220804"/>
                    <a:pt x="336761" y="216244"/>
                    <a:pt x="335541" y="211630"/>
                  </a:cubicBezTo>
                  <a:cubicBezTo>
                    <a:pt x="339413" y="212319"/>
                    <a:pt x="342966" y="213115"/>
                    <a:pt x="345617" y="214069"/>
                  </a:cubicBezTo>
                  <a:lnTo>
                    <a:pt x="346360" y="207175"/>
                  </a:lnTo>
                  <a:lnTo>
                    <a:pt x="352300" y="213115"/>
                  </a:lnTo>
                  <a:lnTo>
                    <a:pt x="336019" y="229396"/>
                  </a:lnTo>
                  <a:moveTo>
                    <a:pt x="315707" y="209084"/>
                  </a:moveTo>
                  <a:cubicBezTo>
                    <a:pt x="319472" y="209350"/>
                    <a:pt x="323503" y="209774"/>
                    <a:pt x="327427" y="210304"/>
                  </a:cubicBezTo>
                  <a:cubicBezTo>
                    <a:pt x="328700" y="214652"/>
                    <a:pt x="329495" y="218948"/>
                    <a:pt x="329549" y="222926"/>
                  </a:cubicBezTo>
                  <a:lnTo>
                    <a:pt x="315707" y="209084"/>
                  </a:lnTo>
                  <a:moveTo>
                    <a:pt x="344716" y="205531"/>
                  </a:moveTo>
                  <a:cubicBezTo>
                    <a:pt x="341428" y="204682"/>
                    <a:pt x="337345" y="203993"/>
                    <a:pt x="332996" y="203462"/>
                  </a:cubicBezTo>
                  <a:cubicBezTo>
                    <a:pt x="330928" y="197894"/>
                    <a:pt x="328223" y="192326"/>
                    <a:pt x="325200" y="186970"/>
                  </a:cubicBezTo>
                  <a:lnTo>
                    <a:pt x="318783" y="190947"/>
                  </a:lnTo>
                  <a:cubicBezTo>
                    <a:pt x="321063" y="194712"/>
                    <a:pt x="323026" y="198584"/>
                    <a:pt x="324722" y="202508"/>
                  </a:cubicBezTo>
                  <a:cubicBezTo>
                    <a:pt x="321382" y="202243"/>
                    <a:pt x="318146" y="202084"/>
                    <a:pt x="315176" y="201978"/>
                  </a:cubicBezTo>
                  <a:lnTo>
                    <a:pt x="314381" y="207758"/>
                  </a:lnTo>
                  <a:lnTo>
                    <a:pt x="311040" y="204417"/>
                  </a:lnTo>
                  <a:lnTo>
                    <a:pt x="305206" y="210251"/>
                  </a:lnTo>
                  <a:lnTo>
                    <a:pt x="336019" y="241063"/>
                  </a:lnTo>
                  <a:lnTo>
                    <a:pt x="358133" y="218948"/>
                  </a:lnTo>
                  <a:lnTo>
                    <a:pt x="360308" y="221123"/>
                  </a:lnTo>
                  <a:lnTo>
                    <a:pt x="366088" y="215342"/>
                  </a:lnTo>
                  <a:lnTo>
                    <a:pt x="333049" y="182302"/>
                  </a:lnTo>
                  <a:lnTo>
                    <a:pt x="327268" y="188083"/>
                  </a:lnTo>
                  <a:lnTo>
                    <a:pt x="344716" y="205531"/>
                  </a:lnTo>
                  <a:moveTo>
                    <a:pt x="313904" y="183204"/>
                  </a:moveTo>
                  <a:cubicBezTo>
                    <a:pt x="310828" y="182038"/>
                    <a:pt x="305949" y="180764"/>
                    <a:pt x="302290" y="179863"/>
                  </a:cubicBezTo>
                  <a:lnTo>
                    <a:pt x="298577" y="187394"/>
                  </a:lnTo>
                  <a:cubicBezTo>
                    <a:pt x="301176" y="188189"/>
                    <a:pt x="304305" y="189091"/>
                    <a:pt x="307010" y="190099"/>
                  </a:cubicBezTo>
                  <a:lnTo>
                    <a:pt x="295024" y="202084"/>
                  </a:lnTo>
                  <a:lnTo>
                    <a:pt x="300911" y="207970"/>
                  </a:lnTo>
                  <a:lnTo>
                    <a:pt x="331087" y="177794"/>
                  </a:lnTo>
                  <a:lnTo>
                    <a:pt x="325200" y="171908"/>
                  </a:lnTo>
                  <a:lnTo>
                    <a:pt x="313904" y="183204"/>
                  </a:lnTo>
                  <a:moveTo>
                    <a:pt x="398545" y="168143"/>
                  </a:moveTo>
                  <a:lnTo>
                    <a:pt x="396953" y="161354"/>
                  </a:lnTo>
                  <a:cubicBezTo>
                    <a:pt x="389688" y="164908"/>
                    <a:pt x="378816" y="171961"/>
                    <a:pt x="370914" y="178378"/>
                  </a:cubicBezTo>
                  <a:lnTo>
                    <a:pt x="372134" y="185326"/>
                  </a:lnTo>
                  <a:cubicBezTo>
                    <a:pt x="379930" y="179120"/>
                    <a:pt x="390430" y="172438"/>
                    <a:pt x="397643" y="169044"/>
                  </a:cubicBezTo>
                  <a:lnTo>
                    <a:pt x="372559" y="194129"/>
                  </a:lnTo>
                  <a:lnTo>
                    <a:pt x="356861" y="178431"/>
                  </a:lnTo>
                  <a:cubicBezTo>
                    <a:pt x="359035" y="178802"/>
                    <a:pt x="361793" y="179651"/>
                    <a:pt x="363437" y="180446"/>
                  </a:cubicBezTo>
                  <a:cubicBezTo>
                    <a:pt x="365611" y="176893"/>
                    <a:pt x="367679" y="173022"/>
                    <a:pt x="369430" y="169044"/>
                  </a:cubicBezTo>
                  <a:lnTo>
                    <a:pt x="370172" y="173711"/>
                  </a:lnTo>
                  <a:cubicBezTo>
                    <a:pt x="375581" y="170211"/>
                    <a:pt x="383112" y="166499"/>
                    <a:pt x="387673" y="164801"/>
                  </a:cubicBezTo>
                  <a:lnTo>
                    <a:pt x="386347" y="158384"/>
                  </a:lnTo>
                  <a:cubicBezTo>
                    <a:pt x="382051" y="160028"/>
                    <a:pt x="375528" y="163476"/>
                    <a:pt x="370437" y="166764"/>
                  </a:cubicBezTo>
                  <a:cubicBezTo>
                    <a:pt x="371233" y="164696"/>
                    <a:pt x="372028" y="162627"/>
                    <a:pt x="372664" y="160506"/>
                  </a:cubicBezTo>
                  <a:cubicBezTo>
                    <a:pt x="378869" y="158543"/>
                    <a:pt x="384968" y="155627"/>
                    <a:pt x="390536" y="151967"/>
                  </a:cubicBezTo>
                  <a:cubicBezTo>
                    <a:pt x="390006" y="150271"/>
                    <a:pt x="389476" y="147407"/>
                    <a:pt x="389317" y="145126"/>
                  </a:cubicBezTo>
                  <a:lnTo>
                    <a:pt x="405439" y="161248"/>
                  </a:lnTo>
                  <a:lnTo>
                    <a:pt x="398545" y="168143"/>
                  </a:lnTo>
                  <a:moveTo>
                    <a:pt x="349595" y="148255"/>
                  </a:moveTo>
                  <a:cubicBezTo>
                    <a:pt x="350921" y="154778"/>
                    <a:pt x="350338" y="162787"/>
                    <a:pt x="348481" y="169522"/>
                  </a:cubicBezTo>
                  <a:cubicBezTo>
                    <a:pt x="350497" y="169204"/>
                    <a:pt x="354368" y="169044"/>
                    <a:pt x="356330" y="169097"/>
                  </a:cubicBezTo>
                  <a:cubicBezTo>
                    <a:pt x="356701" y="167347"/>
                    <a:pt x="357020" y="165438"/>
                    <a:pt x="357179" y="163476"/>
                  </a:cubicBezTo>
                  <a:cubicBezTo>
                    <a:pt x="359353" y="163423"/>
                    <a:pt x="361634" y="163157"/>
                    <a:pt x="364020" y="162787"/>
                  </a:cubicBezTo>
                  <a:cubicBezTo>
                    <a:pt x="361846" y="167824"/>
                    <a:pt x="358982" y="172916"/>
                    <a:pt x="355906" y="177476"/>
                  </a:cubicBezTo>
                  <a:lnTo>
                    <a:pt x="338140" y="159710"/>
                  </a:lnTo>
                  <a:lnTo>
                    <a:pt x="349595" y="148255"/>
                  </a:lnTo>
                  <a:moveTo>
                    <a:pt x="368687" y="146558"/>
                  </a:moveTo>
                  <a:cubicBezTo>
                    <a:pt x="368369" y="149316"/>
                    <a:pt x="367838" y="152180"/>
                    <a:pt x="366778" y="155150"/>
                  </a:cubicBezTo>
                  <a:cubicBezTo>
                    <a:pt x="363914" y="156104"/>
                    <a:pt x="361103" y="156581"/>
                    <a:pt x="358505" y="156740"/>
                  </a:cubicBezTo>
                  <a:lnTo>
                    <a:pt x="368687" y="146558"/>
                  </a:lnTo>
                  <a:moveTo>
                    <a:pt x="388521" y="144331"/>
                  </a:moveTo>
                  <a:cubicBezTo>
                    <a:pt x="384173" y="147301"/>
                    <a:pt x="379505" y="150058"/>
                    <a:pt x="374892" y="152126"/>
                  </a:cubicBezTo>
                  <a:cubicBezTo>
                    <a:pt x="376006" y="146028"/>
                    <a:pt x="376271" y="140035"/>
                    <a:pt x="375104" y="134626"/>
                  </a:cubicBezTo>
                  <a:lnTo>
                    <a:pt x="369430" y="136058"/>
                  </a:lnTo>
                  <a:lnTo>
                    <a:pt x="368740" y="137171"/>
                  </a:lnTo>
                  <a:lnTo>
                    <a:pt x="357179" y="148733"/>
                  </a:lnTo>
                  <a:cubicBezTo>
                    <a:pt x="357020" y="147301"/>
                    <a:pt x="356755" y="145869"/>
                    <a:pt x="356489" y="144543"/>
                  </a:cubicBezTo>
                  <a:lnTo>
                    <a:pt x="350390" y="147460"/>
                  </a:lnTo>
                  <a:lnTo>
                    <a:pt x="371020" y="126830"/>
                  </a:lnTo>
                  <a:lnTo>
                    <a:pt x="388521" y="144331"/>
                  </a:lnTo>
                  <a:moveTo>
                    <a:pt x="326420" y="160082"/>
                  </a:moveTo>
                  <a:lnTo>
                    <a:pt x="373990" y="207652"/>
                  </a:lnTo>
                  <a:lnTo>
                    <a:pt x="380036" y="201607"/>
                  </a:lnTo>
                  <a:lnTo>
                    <a:pt x="378127" y="199697"/>
                  </a:lnTo>
                  <a:lnTo>
                    <a:pt x="411007" y="166817"/>
                  </a:lnTo>
                  <a:lnTo>
                    <a:pt x="412916" y="168726"/>
                  </a:lnTo>
                  <a:lnTo>
                    <a:pt x="419281" y="162362"/>
                  </a:lnTo>
                  <a:lnTo>
                    <a:pt x="371710" y="114791"/>
                  </a:lnTo>
                  <a:lnTo>
                    <a:pt x="326420" y="160082"/>
                  </a:lnTo>
                  <a:moveTo>
                    <a:pt x="274765" y="424822"/>
                  </a:moveTo>
                  <a:lnTo>
                    <a:pt x="281819" y="417769"/>
                  </a:lnTo>
                  <a:lnTo>
                    <a:pt x="265432" y="401382"/>
                  </a:lnTo>
                  <a:cubicBezTo>
                    <a:pt x="261719" y="397670"/>
                    <a:pt x="255620" y="392843"/>
                    <a:pt x="251537" y="389503"/>
                  </a:cubicBezTo>
                  <a:lnTo>
                    <a:pt x="251749" y="389290"/>
                  </a:lnTo>
                  <a:lnTo>
                    <a:pt x="264106" y="395389"/>
                  </a:lnTo>
                  <a:lnTo>
                    <a:pt x="286698" y="405784"/>
                  </a:lnTo>
                  <a:lnTo>
                    <a:pt x="291206" y="401276"/>
                  </a:lnTo>
                  <a:lnTo>
                    <a:pt x="280758" y="378737"/>
                  </a:lnTo>
                  <a:lnTo>
                    <a:pt x="274712" y="366327"/>
                  </a:lnTo>
                  <a:lnTo>
                    <a:pt x="274978" y="366062"/>
                  </a:lnTo>
                  <a:cubicBezTo>
                    <a:pt x="278266" y="370198"/>
                    <a:pt x="283145" y="376244"/>
                    <a:pt x="286857" y="379957"/>
                  </a:cubicBezTo>
                  <a:lnTo>
                    <a:pt x="303244" y="396344"/>
                  </a:lnTo>
                  <a:lnTo>
                    <a:pt x="310403" y="389184"/>
                  </a:lnTo>
                  <a:lnTo>
                    <a:pt x="271106" y="349887"/>
                  </a:lnTo>
                  <a:lnTo>
                    <a:pt x="262409" y="358584"/>
                  </a:lnTo>
                  <a:lnTo>
                    <a:pt x="274288" y="383510"/>
                  </a:lnTo>
                  <a:cubicBezTo>
                    <a:pt x="275879" y="386798"/>
                    <a:pt x="277789" y="390086"/>
                    <a:pt x="279433" y="393427"/>
                  </a:cubicBezTo>
                  <a:lnTo>
                    <a:pt x="279167" y="393692"/>
                  </a:lnTo>
                  <a:cubicBezTo>
                    <a:pt x="275879" y="391995"/>
                    <a:pt x="272538" y="390139"/>
                    <a:pt x="269250" y="388548"/>
                  </a:cubicBezTo>
                  <a:lnTo>
                    <a:pt x="244165" y="376828"/>
                  </a:lnTo>
                  <a:lnTo>
                    <a:pt x="235468" y="385525"/>
                  </a:lnTo>
                  <a:lnTo>
                    <a:pt x="274765" y="424822"/>
                  </a:lnTo>
                  <a:moveTo>
                    <a:pt x="319394" y="380194"/>
                  </a:moveTo>
                  <a:lnTo>
                    <a:pt x="327190" y="372398"/>
                  </a:lnTo>
                  <a:lnTo>
                    <a:pt x="297491" y="342700"/>
                  </a:lnTo>
                  <a:lnTo>
                    <a:pt x="289695" y="350496"/>
                  </a:lnTo>
                  <a:lnTo>
                    <a:pt x="319394" y="380194"/>
                  </a:lnTo>
                  <a:moveTo>
                    <a:pt x="288847" y="341798"/>
                  </a:moveTo>
                  <a:cubicBezTo>
                    <a:pt x="291498" y="339147"/>
                    <a:pt x="291657" y="335594"/>
                    <a:pt x="289058" y="332995"/>
                  </a:cubicBezTo>
                  <a:cubicBezTo>
                    <a:pt x="286513" y="330449"/>
                    <a:pt x="282960" y="330608"/>
                    <a:pt x="280308" y="333260"/>
                  </a:cubicBezTo>
                  <a:cubicBezTo>
                    <a:pt x="277604" y="335965"/>
                    <a:pt x="277444" y="339518"/>
                    <a:pt x="279990" y="342064"/>
                  </a:cubicBezTo>
                  <a:cubicBezTo>
                    <a:pt x="282589" y="344662"/>
                    <a:pt x="286142" y="344503"/>
                    <a:pt x="288847" y="341798"/>
                  </a:cubicBezTo>
                  <a:moveTo>
                    <a:pt x="335500" y="364088"/>
                  </a:moveTo>
                  <a:lnTo>
                    <a:pt x="343296" y="356292"/>
                  </a:lnTo>
                  <a:lnTo>
                    <a:pt x="322879" y="335874"/>
                  </a:lnTo>
                  <a:cubicBezTo>
                    <a:pt x="322879" y="331525"/>
                    <a:pt x="323249" y="328820"/>
                    <a:pt x="325689" y="326381"/>
                  </a:cubicBezTo>
                  <a:cubicBezTo>
                    <a:pt x="328606" y="323464"/>
                    <a:pt x="331470" y="323783"/>
                    <a:pt x="336083" y="328396"/>
                  </a:cubicBezTo>
                  <a:lnTo>
                    <a:pt x="353638" y="345950"/>
                  </a:lnTo>
                  <a:lnTo>
                    <a:pt x="361433" y="338155"/>
                  </a:lnTo>
                  <a:lnTo>
                    <a:pt x="342925" y="319646"/>
                  </a:lnTo>
                  <a:cubicBezTo>
                    <a:pt x="335447" y="312169"/>
                    <a:pt x="328235" y="310471"/>
                    <a:pt x="321818" y="316888"/>
                  </a:cubicBezTo>
                  <a:cubicBezTo>
                    <a:pt x="317787" y="320919"/>
                    <a:pt x="316886" y="326063"/>
                    <a:pt x="316832" y="331207"/>
                  </a:cubicBezTo>
                  <a:lnTo>
                    <a:pt x="316673" y="331366"/>
                  </a:lnTo>
                  <a:lnTo>
                    <a:pt x="312166" y="328025"/>
                  </a:lnTo>
                  <a:lnTo>
                    <a:pt x="305802" y="334389"/>
                  </a:lnTo>
                  <a:lnTo>
                    <a:pt x="335500" y="364088"/>
                  </a:lnTo>
                  <a:moveTo>
                    <a:pt x="380665" y="320408"/>
                  </a:moveTo>
                  <a:cubicBezTo>
                    <a:pt x="383740" y="317332"/>
                    <a:pt x="385013" y="312665"/>
                    <a:pt x="385066" y="308370"/>
                  </a:cubicBezTo>
                  <a:lnTo>
                    <a:pt x="385279" y="308158"/>
                  </a:lnTo>
                  <a:lnTo>
                    <a:pt x="388937" y="310650"/>
                  </a:lnTo>
                  <a:lnTo>
                    <a:pt x="395249" y="304339"/>
                  </a:lnTo>
                  <a:lnTo>
                    <a:pt x="352928" y="262019"/>
                  </a:lnTo>
                  <a:lnTo>
                    <a:pt x="345185" y="269762"/>
                  </a:lnTo>
                  <a:lnTo>
                    <a:pt x="355633" y="280209"/>
                  </a:lnTo>
                  <a:lnTo>
                    <a:pt x="360565" y="284611"/>
                  </a:lnTo>
                  <a:cubicBezTo>
                    <a:pt x="356482" y="284770"/>
                    <a:pt x="353140" y="285566"/>
                    <a:pt x="349799" y="288907"/>
                  </a:cubicBezTo>
                  <a:cubicBezTo>
                    <a:pt x="343382" y="295324"/>
                    <a:pt x="343276" y="307309"/>
                    <a:pt x="352928" y="316961"/>
                  </a:cubicBezTo>
                  <a:cubicBezTo>
                    <a:pt x="362686" y="326719"/>
                    <a:pt x="373293" y="327780"/>
                    <a:pt x="380665" y="320408"/>
                  </a:cubicBezTo>
                  <a:moveTo>
                    <a:pt x="376263" y="311976"/>
                  </a:moveTo>
                  <a:cubicBezTo>
                    <a:pt x="372338" y="315901"/>
                    <a:pt x="367035" y="315052"/>
                    <a:pt x="360883" y="308900"/>
                  </a:cubicBezTo>
                  <a:cubicBezTo>
                    <a:pt x="354943" y="302960"/>
                    <a:pt x="354572" y="296968"/>
                    <a:pt x="357913" y="293627"/>
                  </a:cubicBezTo>
                  <a:cubicBezTo>
                    <a:pt x="359770" y="291770"/>
                    <a:pt x="362262" y="290444"/>
                    <a:pt x="365709" y="290285"/>
                  </a:cubicBezTo>
                  <a:lnTo>
                    <a:pt x="378755" y="303332"/>
                  </a:lnTo>
                  <a:cubicBezTo>
                    <a:pt x="379232" y="307309"/>
                    <a:pt x="378331" y="309908"/>
                    <a:pt x="376263" y="311976"/>
                  </a:cubicBezTo>
                  <a:moveTo>
                    <a:pt x="404240" y="295348"/>
                  </a:moveTo>
                  <a:lnTo>
                    <a:pt x="411294" y="288294"/>
                  </a:lnTo>
                  <a:lnTo>
                    <a:pt x="394907" y="271907"/>
                  </a:lnTo>
                  <a:cubicBezTo>
                    <a:pt x="391195" y="268195"/>
                    <a:pt x="385096" y="263368"/>
                    <a:pt x="381012" y="260027"/>
                  </a:cubicBezTo>
                  <a:lnTo>
                    <a:pt x="381224" y="259815"/>
                  </a:lnTo>
                  <a:lnTo>
                    <a:pt x="393581" y="265914"/>
                  </a:lnTo>
                  <a:lnTo>
                    <a:pt x="416173" y="276308"/>
                  </a:lnTo>
                  <a:lnTo>
                    <a:pt x="420681" y="271801"/>
                  </a:lnTo>
                  <a:lnTo>
                    <a:pt x="410233" y="249262"/>
                  </a:lnTo>
                  <a:lnTo>
                    <a:pt x="404188" y="236852"/>
                  </a:lnTo>
                  <a:lnTo>
                    <a:pt x="404453" y="236587"/>
                  </a:lnTo>
                  <a:cubicBezTo>
                    <a:pt x="407741" y="240724"/>
                    <a:pt x="412620" y="246769"/>
                    <a:pt x="416332" y="250481"/>
                  </a:cubicBezTo>
                  <a:lnTo>
                    <a:pt x="432719" y="266869"/>
                  </a:lnTo>
                  <a:lnTo>
                    <a:pt x="439879" y="259709"/>
                  </a:lnTo>
                  <a:lnTo>
                    <a:pt x="400581" y="220412"/>
                  </a:lnTo>
                  <a:lnTo>
                    <a:pt x="391884" y="229109"/>
                  </a:lnTo>
                  <a:lnTo>
                    <a:pt x="403763" y="254035"/>
                  </a:lnTo>
                  <a:cubicBezTo>
                    <a:pt x="405354" y="257323"/>
                    <a:pt x="407263" y="260611"/>
                    <a:pt x="408907" y="263952"/>
                  </a:cubicBezTo>
                  <a:lnTo>
                    <a:pt x="408643" y="264217"/>
                  </a:lnTo>
                  <a:cubicBezTo>
                    <a:pt x="405354" y="262520"/>
                    <a:pt x="402013" y="260664"/>
                    <a:pt x="398725" y="259073"/>
                  </a:cubicBezTo>
                  <a:lnTo>
                    <a:pt x="373640" y="247352"/>
                  </a:lnTo>
                  <a:lnTo>
                    <a:pt x="364943" y="256050"/>
                  </a:lnTo>
                  <a:lnTo>
                    <a:pt x="404240" y="295348"/>
                  </a:lnTo>
                  <a:moveTo>
                    <a:pt x="456929" y="244143"/>
                  </a:moveTo>
                  <a:cubicBezTo>
                    <a:pt x="460324" y="240749"/>
                    <a:pt x="461597" y="236082"/>
                    <a:pt x="461968" y="231256"/>
                  </a:cubicBezTo>
                  <a:lnTo>
                    <a:pt x="462180" y="231044"/>
                  </a:lnTo>
                  <a:lnTo>
                    <a:pt x="465892" y="233696"/>
                  </a:lnTo>
                  <a:lnTo>
                    <a:pt x="472256" y="227332"/>
                  </a:lnTo>
                  <a:lnTo>
                    <a:pt x="454915" y="209990"/>
                  </a:lnTo>
                  <a:cubicBezTo>
                    <a:pt x="446323" y="201398"/>
                    <a:pt x="437944" y="200762"/>
                    <a:pt x="430413" y="208293"/>
                  </a:cubicBezTo>
                  <a:cubicBezTo>
                    <a:pt x="425746" y="212960"/>
                    <a:pt x="423254" y="218953"/>
                    <a:pt x="421928" y="224627"/>
                  </a:cubicBezTo>
                  <a:lnTo>
                    <a:pt x="429883" y="226960"/>
                  </a:lnTo>
                  <a:cubicBezTo>
                    <a:pt x="431050" y="222612"/>
                    <a:pt x="432481" y="218740"/>
                    <a:pt x="435239" y="215983"/>
                  </a:cubicBezTo>
                  <a:cubicBezTo>
                    <a:pt x="438898" y="212323"/>
                    <a:pt x="442399" y="213278"/>
                    <a:pt x="445475" y="216035"/>
                  </a:cubicBezTo>
                  <a:cubicBezTo>
                    <a:pt x="434762" y="229294"/>
                    <a:pt x="432959" y="237779"/>
                    <a:pt x="439323" y="244143"/>
                  </a:cubicBezTo>
                  <a:cubicBezTo>
                    <a:pt x="444361" y="249181"/>
                    <a:pt x="451627" y="249446"/>
                    <a:pt x="456929" y="244143"/>
                  </a:cubicBezTo>
                  <a:moveTo>
                    <a:pt x="453376" y="235499"/>
                  </a:moveTo>
                  <a:cubicBezTo>
                    <a:pt x="451096" y="237779"/>
                    <a:pt x="448444" y="238415"/>
                    <a:pt x="446111" y="236082"/>
                  </a:cubicBezTo>
                  <a:cubicBezTo>
                    <a:pt x="443459" y="233431"/>
                    <a:pt x="443884" y="228976"/>
                    <a:pt x="450248" y="220808"/>
                  </a:cubicBezTo>
                  <a:lnTo>
                    <a:pt x="456240" y="226801"/>
                  </a:lnTo>
                  <a:cubicBezTo>
                    <a:pt x="456187" y="230567"/>
                    <a:pt x="455604" y="233272"/>
                    <a:pt x="453376" y="235499"/>
                  </a:cubicBezTo>
                  <a:moveTo>
                    <a:pt x="489430" y="211643"/>
                  </a:moveTo>
                  <a:cubicBezTo>
                    <a:pt x="497172" y="203900"/>
                    <a:pt x="497066" y="195628"/>
                    <a:pt x="491869" y="190430"/>
                  </a:cubicBezTo>
                  <a:cubicBezTo>
                    <a:pt x="486353" y="184915"/>
                    <a:pt x="480043" y="187301"/>
                    <a:pt x="474633" y="189741"/>
                  </a:cubicBezTo>
                  <a:cubicBezTo>
                    <a:pt x="470338" y="191703"/>
                    <a:pt x="466784" y="193665"/>
                    <a:pt x="464610" y="191491"/>
                  </a:cubicBezTo>
                  <a:cubicBezTo>
                    <a:pt x="462913" y="189794"/>
                    <a:pt x="463019" y="187354"/>
                    <a:pt x="465724" y="184649"/>
                  </a:cubicBezTo>
                  <a:cubicBezTo>
                    <a:pt x="467898" y="182475"/>
                    <a:pt x="470974" y="181415"/>
                    <a:pt x="474633" y="180831"/>
                  </a:cubicBezTo>
                  <a:lnTo>
                    <a:pt x="473413" y="172611"/>
                  </a:lnTo>
                  <a:cubicBezTo>
                    <a:pt x="469118" y="173194"/>
                    <a:pt x="463973" y="174733"/>
                    <a:pt x="459678" y="179028"/>
                  </a:cubicBezTo>
                  <a:cubicBezTo>
                    <a:pt x="452890" y="185816"/>
                    <a:pt x="452359" y="193877"/>
                    <a:pt x="457663" y="199181"/>
                  </a:cubicBezTo>
                  <a:cubicBezTo>
                    <a:pt x="462648" y="204166"/>
                    <a:pt x="469118" y="202256"/>
                    <a:pt x="474315" y="199923"/>
                  </a:cubicBezTo>
                  <a:cubicBezTo>
                    <a:pt x="478664" y="198014"/>
                    <a:pt x="482747" y="195946"/>
                    <a:pt x="484975" y="198173"/>
                  </a:cubicBezTo>
                  <a:cubicBezTo>
                    <a:pt x="486831" y="200029"/>
                    <a:pt x="486778" y="202628"/>
                    <a:pt x="483808" y="205598"/>
                  </a:cubicBezTo>
                  <a:cubicBezTo>
                    <a:pt x="481050" y="208355"/>
                    <a:pt x="477338" y="209734"/>
                    <a:pt x="472618" y="210317"/>
                  </a:cubicBezTo>
                  <a:lnTo>
                    <a:pt x="473944" y="218750"/>
                  </a:lnTo>
                  <a:cubicBezTo>
                    <a:pt x="479353" y="218219"/>
                    <a:pt x="485452" y="215621"/>
                    <a:pt x="489430" y="211643"/>
                  </a:cubicBezTo>
                  <a:moveTo>
                    <a:pt x="516830" y="184243"/>
                  </a:moveTo>
                  <a:cubicBezTo>
                    <a:pt x="519429" y="181644"/>
                    <a:pt x="520914" y="178992"/>
                    <a:pt x="521975" y="176871"/>
                  </a:cubicBezTo>
                  <a:lnTo>
                    <a:pt x="515027" y="172469"/>
                  </a:lnTo>
                  <a:cubicBezTo>
                    <a:pt x="514550" y="173582"/>
                    <a:pt x="513701" y="175067"/>
                    <a:pt x="512747" y="176022"/>
                  </a:cubicBezTo>
                  <a:cubicBezTo>
                    <a:pt x="510095" y="178674"/>
                    <a:pt x="507125" y="178462"/>
                    <a:pt x="503731" y="175067"/>
                  </a:cubicBezTo>
                  <a:lnTo>
                    <a:pt x="490579" y="161915"/>
                  </a:lnTo>
                  <a:lnTo>
                    <a:pt x="497897" y="154597"/>
                  </a:lnTo>
                  <a:lnTo>
                    <a:pt x="491746" y="148445"/>
                  </a:lnTo>
                  <a:lnTo>
                    <a:pt x="484427" y="155764"/>
                  </a:lnTo>
                  <a:lnTo>
                    <a:pt x="476419" y="147755"/>
                  </a:lnTo>
                  <a:lnTo>
                    <a:pt x="469949" y="154226"/>
                  </a:lnTo>
                  <a:lnTo>
                    <a:pt x="477056" y="163135"/>
                  </a:lnTo>
                  <a:lnTo>
                    <a:pt x="472813" y="168120"/>
                  </a:lnTo>
                  <a:lnTo>
                    <a:pt x="478594" y="173901"/>
                  </a:lnTo>
                  <a:lnTo>
                    <a:pt x="482783" y="169711"/>
                  </a:lnTo>
                  <a:lnTo>
                    <a:pt x="495935" y="182863"/>
                  </a:lnTo>
                  <a:cubicBezTo>
                    <a:pt x="502565" y="189493"/>
                    <a:pt x="509777" y="191296"/>
                    <a:pt x="516830" y="184243"/>
                  </a:cubicBezTo>
                  <a:moveTo>
                    <a:pt x="540184" y="160888"/>
                  </a:moveTo>
                  <a:cubicBezTo>
                    <a:pt x="543844" y="157229"/>
                    <a:pt x="546336" y="152191"/>
                    <a:pt x="547238" y="147259"/>
                  </a:cubicBezTo>
                  <a:lnTo>
                    <a:pt x="539813" y="145138"/>
                  </a:lnTo>
                  <a:cubicBezTo>
                    <a:pt x="539018" y="148585"/>
                    <a:pt x="537639" y="151448"/>
                    <a:pt x="535199" y="153888"/>
                  </a:cubicBezTo>
                  <a:cubicBezTo>
                    <a:pt x="530798" y="158290"/>
                    <a:pt x="525070" y="158926"/>
                    <a:pt x="519554" y="154684"/>
                  </a:cubicBezTo>
                  <a:lnTo>
                    <a:pt x="537851" y="136387"/>
                  </a:lnTo>
                  <a:cubicBezTo>
                    <a:pt x="537374" y="135485"/>
                    <a:pt x="536101" y="133895"/>
                    <a:pt x="534616" y="132410"/>
                  </a:cubicBezTo>
                  <a:cubicBezTo>
                    <a:pt x="526449" y="124243"/>
                    <a:pt x="516214" y="122492"/>
                    <a:pt x="508046" y="130660"/>
                  </a:cubicBezTo>
                  <a:cubicBezTo>
                    <a:pt x="500993" y="137713"/>
                    <a:pt x="500198" y="150494"/>
                    <a:pt x="509797" y="160093"/>
                  </a:cubicBezTo>
                  <a:cubicBezTo>
                    <a:pt x="519608" y="169904"/>
                    <a:pt x="531858" y="169214"/>
                    <a:pt x="540184" y="160888"/>
                  </a:cubicBezTo>
                  <a:moveTo>
                    <a:pt x="514252" y="149593"/>
                  </a:moveTo>
                  <a:cubicBezTo>
                    <a:pt x="510539" y="144713"/>
                    <a:pt x="511069" y="139728"/>
                    <a:pt x="514198" y="136599"/>
                  </a:cubicBezTo>
                  <a:cubicBezTo>
                    <a:pt x="518017" y="132781"/>
                    <a:pt x="522365" y="133523"/>
                    <a:pt x="526343" y="137501"/>
                  </a:cubicBezTo>
                  <a:lnTo>
                    <a:pt x="514252" y="149593"/>
                  </a:lnTo>
                  <a:moveTo>
                    <a:pt x="557317" y="142271"/>
                  </a:moveTo>
                  <a:lnTo>
                    <a:pt x="565113" y="134475"/>
                  </a:lnTo>
                  <a:lnTo>
                    <a:pt x="547400" y="116762"/>
                  </a:lnTo>
                  <a:cubicBezTo>
                    <a:pt x="544748" y="110822"/>
                    <a:pt x="546021" y="106474"/>
                    <a:pt x="548354" y="104140"/>
                  </a:cubicBezTo>
                  <a:cubicBezTo>
                    <a:pt x="549574" y="102920"/>
                    <a:pt x="550582" y="102231"/>
                    <a:pt x="551960" y="101488"/>
                  </a:cubicBezTo>
                  <a:lnTo>
                    <a:pt x="546551" y="93427"/>
                  </a:lnTo>
                  <a:cubicBezTo>
                    <a:pt x="545279" y="93958"/>
                    <a:pt x="544059" y="94647"/>
                    <a:pt x="542415" y="96291"/>
                  </a:cubicBezTo>
                  <a:cubicBezTo>
                    <a:pt x="539339" y="99367"/>
                    <a:pt x="538278" y="104671"/>
                    <a:pt x="539975" y="110716"/>
                  </a:cubicBezTo>
                  <a:lnTo>
                    <a:pt x="539816" y="110875"/>
                  </a:lnTo>
                  <a:lnTo>
                    <a:pt x="533983" y="106208"/>
                  </a:lnTo>
                  <a:lnTo>
                    <a:pt x="527618" y="112573"/>
                  </a:lnTo>
                  <a:lnTo>
                    <a:pt x="557317" y="142271"/>
                  </a:lnTo>
                </a:path>
              </a:pathLst>
            </a:custGeom>
            <a:solidFill>
              <a:srgbClr val="999999">
                <a:alpha val="30000"/>
              </a:srgbClr>
            </a:solidFill>
          </p:spPr>
        </p:sp>
        <p:sp>
          <p:nvSpPr>
            <p:cNvPr id="215" name="shape215"/>
            <p:cNvSpPr/>
            <p:nvPr/>
          </p:nvSpPr>
          <p:spPr>
            <a:xfrm>
              <a:off x="5263974" y="3569843"/>
              <a:ext cx="192000" cy="192000"/>
            </a:xfrm>
            <a:custGeom>
              <a:avLst/>
              <a:gdLst/>
              <a:ahLst/>
              <a:cxnLst/>
              <a:rect l="0" t="0" r="0" b="0"/>
              <a:pathLst>
                <a:path w="192000" h="192000">
                  <a:moveTo>
                    <a:pt x="83426" y="386789"/>
                  </a:moveTo>
                  <a:lnTo>
                    <a:pt x="51606" y="418609"/>
                  </a:lnTo>
                  <a:cubicBezTo>
                    <a:pt x="43204" y="427012"/>
                    <a:pt x="37083" y="433137"/>
                    <a:pt x="32653" y="438356"/>
                  </a:cubicBezTo>
                  <a:cubicBezTo>
                    <a:pt x="28254" y="443537"/>
                    <a:pt x="25770" y="447547"/>
                    <a:pt x="24445" y="451623"/>
                  </a:cubicBezTo>
                  <a:cubicBezTo>
                    <a:pt x="21968" y="459248"/>
                    <a:pt x="21968" y="467463"/>
                    <a:pt x="24445" y="475089"/>
                  </a:cubicBezTo>
                  <a:cubicBezTo>
                    <a:pt x="25770" y="479164"/>
                    <a:pt x="28254" y="483175"/>
                    <a:pt x="32653" y="488356"/>
                  </a:cubicBezTo>
                  <a:cubicBezTo>
                    <a:pt x="37083" y="493574"/>
                    <a:pt x="43204" y="499700"/>
                    <a:pt x="51606" y="508102"/>
                  </a:cubicBezTo>
                  <a:lnTo>
                    <a:pt x="83426" y="539922"/>
                  </a:lnTo>
                  <a:cubicBezTo>
                    <a:pt x="91829" y="548325"/>
                    <a:pt x="97954" y="554445"/>
                    <a:pt x="103173" y="558875"/>
                  </a:cubicBezTo>
                  <a:cubicBezTo>
                    <a:pt x="108354" y="563274"/>
                    <a:pt x="112364" y="565759"/>
                    <a:pt x="116440" y="567083"/>
                  </a:cubicBezTo>
                  <a:cubicBezTo>
                    <a:pt x="124066" y="569561"/>
                    <a:pt x="132280" y="569561"/>
                    <a:pt x="139906" y="567083"/>
                  </a:cubicBezTo>
                  <a:cubicBezTo>
                    <a:pt x="143981" y="565759"/>
                    <a:pt x="147992" y="563274"/>
                    <a:pt x="153173" y="558875"/>
                  </a:cubicBezTo>
                  <a:cubicBezTo>
                    <a:pt x="158392" y="554445"/>
                    <a:pt x="164516" y="548325"/>
                    <a:pt x="172919" y="539922"/>
                  </a:cubicBezTo>
                  <a:lnTo>
                    <a:pt x="204739" y="508102"/>
                  </a:lnTo>
                  <a:cubicBezTo>
                    <a:pt x="213142" y="499700"/>
                    <a:pt x="219262" y="493574"/>
                    <a:pt x="223693" y="488356"/>
                  </a:cubicBezTo>
                  <a:cubicBezTo>
                    <a:pt x="228091" y="483175"/>
                    <a:pt x="230576" y="479164"/>
                    <a:pt x="231900" y="475088"/>
                  </a:cubicBezTo>
                  <a:cubicBezTo>
                    <a:pt x="234378" y="467463"/>
                    <a:pt x="234378" y="459248"/>
                    <a:pt x="231900" y="451623"/>
                  </a:cubicBezTo>
                  <a:cubicBezTo>
                    <a:pt x="230576" y="447547"/>
                    <a:pt x="228091" y="443537"/>
                    <a:pt x="223693" y="438356"/>
                  </a:cubicBezTo>
                  <a:cubicBezTo>
                    <a:pt x="219262" y="433137"/>
                    <a:pt x="213142" y="427012"/>
                    <a:pt x="204739" y="418609"/>
                  </a:cubicBezTo>
                  <a:lnTo>
                    <a:pt x="172919" y="386789"/>
                  </a:lnTo>
                  <a:cubicBezTo>
                    <a:pt x="164516" y="378386"/>
                    <a:pt x="158392" y="372266"/>
                    <a:pt x="153173" y="367836"/>
                  </a:cubicBezTo>
                  <a:cubicBezTo>
                    <a:pt x="147992" y="363437"/>
                    <a:pt x="143981" y="360952"/>
                    <a:pt x="139906" y="359628"/>
                  </a:cubicBezTo>
                  <a:cubicBezTo>
                    <a:pt x="132280" y="357151"/>
                    <a:pt x="124066" y="357151"/>
                    <a:pt x="116440" y="359628"/>
                  </a:cubicBezTo>
                  <a:cubicBezTo>
                    <a:pt x="112364" y="360952"/>
                    <a:pt x="108354" y="363437"/>
                    <a:pt x="103173" y="367836"/>
                  </a:cubicBezTo>
                  <a:cubicBezTo>
                    <a:pt x="97954" y="372266"/>
                    <a:pt x="91829" y="378386"/>
                    <a:pt x="83426" y="386789"/>
                  </a:cubicBezTo>
                  <a:moveTo>
                    <a:pt x="20433" y="476392"/>
                  </a:moveTo>
                  <a:cubicBezTo>
                    <a:pt x="23563" y="486025"/>
                    <a:pt x="31916" y="494378"/>
                    <a:pt x="48623" y="511085"/>
                  </a:cubicBezTo>
                  <a:lnTo>
                    <a:pt x="80443" y="542905"/>
                  </a:lnTo>
                  <a:cubicBezTo>
                    <a:pt x="97150" y="559612"/>
                    <a:pt x="105503" y="567965"/>
                    <a:pt x="115136" y="571096"/>
                  </a:cubicBezTo>
                  <a:cubicBezTo>
                    <a:pt x="123609" y="573848"/>
                    <a:pt x="132736" y="573848"/>
                    <a:pt x="141209" y="571096"/>
                  </a:cubicBezTo>
                  <a:cubicBezTo>
                    <a:pt x="150842" y="567965"/>
                    <a:pt x="159196" y="559612"/>
                    <a:pt x="175903" y="542905"/>
                  </a:cubicBezTo>
                  <a:lnTo>
                    <a:pt x="207722" y="511085"/>
                  </a:lnTo>
                  <a:cubicBezTo>
                    <a:pt x="224429" y="494378"/>
                    <a:pt x="232783" y="486025"/>
                    <a:pt x="235913" y="476392"/>
                  </a:cubicBezTo>
                  <a:cubicBezTo>
                    <a:pt x="238666" y="467919"/>
                    <a:pt x="238666" y="458792"/>
                    <a:pt x="235913" y="450319"/>
                  </a:cubicBezTo>
                  <a:cubicBezTo>
                    <a:pt x="232783" y="440686"/>
                    <a:pt x="224429" y="432333"/>
                    <a:pt x="207722" y="415626"/>
                  </a:cubicBezTo>
                  <a:lnTo>
                    <a:pt x="175903" y="383806"/>
                  </a:lnTo>
                  <a:cubicBezTo>
                    <a:pt x="159196" y="367099"/>
                    <a:pt x="150842" y="358746"/>
                    <a:pt x="141209" y="355616"/>
                  </a:cubicBezTo>
                  <a:cubicBezTo>
                    <a:pt x="132736" y="352863"/>
                    <a:pt x="123609" y="352863"/>
                    <a:pt x="115136" y="355616"/>
                  </a:cubicBezTo>
                  <a:cubicBezTo>
                    <a:pt x="105503" y="358746"/>
                    <a:pt x="97150" y="367099"/>
                    <a:pt x="80443" y="383806"/>
                  </a:cubicBezTo>
                  <a:lnTo>
                    <a:pt x="48623" y="415626"/>
                  </a:lnTo>
                  <a:cubicBezTo>
                    <a:pt x="31916" y="432333"/>
                    <a:pt x="23563" y="440686"/>
                    <a:pt x="20433" y="450319"/>
                  </a:cubicBezTo>
                  <a:cubicBezTo>
                    <a:pt x="17680" y="458792"/>
                    <a:pt x="17680" y="467919"/>
                    <a:pt x="20433" y="476392"/>
                  </a:cubicBezTo>
                </a:path>
              </a:pathLst>
            </a:custGeom>
            <a:solidFill>
              <a:srgbClr val="999999">
                <a:alpha val="30000"/>
              </a:srgbClr>
            </a:solidFill>
          </p:spPr>
        </p:sp>
        <p:sp>
          <p:nvSpPr>
            <p:cNvPr id="216" name="shape216"/>
            <p:cNvSpPr/>
            <p:nvPr/>
          </p:nvSpPr>
          <p:spPr>
            <a:xfrm>
              <a:off x="5263974" y="3569843"/>
              <a:ext cx="192000" cy="192000"/>
            </a:xfrm>
            <a:custGeom>
              <a:avLst/>
              <a:gdLst/>
              <a:ahLst/>
              <a:cxnLst/>
              <a:rect l="0" t="0" r="0" b="0"/>
              <a:pathLst>
                <a:path w="192000" h="192000">
                  <a:moveTo>
                    <a:pt x="85406" y="472474"/>
                  </a:moveTo>
                  <a:lnTo>
                    <a:pt x="118879" y="505946"/>
                  </a:lnTo>
                  <a:lnTo>
                    <a:pt x="118879" y="495683"/>
                  </a:lnTo>
                  <a:cubicBezTo>
                    <a:pt x="118879" y="490628"/>
                    <a:pt x="122977" y="486530"/>
                    <a:pt x="128032" y="486530"/>
                  </a:cubicBezTo>
                  <a:cubicBezTo>
                    <a:pt x="133087" y="486530"/>
                    <a:pt x="137185" y="490628"/>
                    <a:pt x="137185" y="495683"/>
                  </a:cubicBezTo>
                  <a:lnTo>
                    <a:pt x="137185" y="516995"/>
                  </a:lnTo>
                  <a:cubicBezTo>
                    <a:pt x="137185" y="529227"/>
                    <a:pt x="122396" y="535353"/>
                    <a:pt x="113747" y="526703"/>
                  </a:cubicBezTo>
                  <a:lnTo>
                    <a:pt x="64649" y="477607"/>
                  </a:lnTo>
                  <a:cubicBezTo>
                    <a:pt x="56000" y="468957"/>
                    <a:pt x="62126" y="454168"/>
                    <a:pt x="74357" y="454168"/>
                  </a:cubicBezTo>
                  <a:lnTo>
                    <a:pt x="170657" y="454168"/>
                  </a:lnTo>
                  <a:lnTo>
                    <a:pt x="137185" y="420696"/>
                  </a:lnTo>
                  <a:lnTo>
                    <a:pt x="137185" y="430960"/>
                  </a:lnTo>
                  <a:cubicBezTo>
                    <a:pt x="137185" y="436015"/>
                    <a:pt x="133087" y="440113"/>
                    <a:pt x="128032" y="440113"/>
                  </a:cubicBezTo>
                  <a:cubicBezTo>
                    <a:pt x="122977" y="440113"/>
                    <a:pt x="118879" y="436015"/>
                    <a:pt x="118879" y="430960"/>
                  </a:cubicBezTo>
                  <a:lnTo>
                    <a:pt x="118879" y="409648"/>
                  </a:lnTo>
                  <a:cubicBezTo>
                    <a:pt x="118879" y="397415"/>
                    <a:pt x="133667" y="391289"/>
                    <a:pt x="142316" y="399939"/>
                  </a:cubicBezTo>
                  <a:lnTo>
                    <a:pt x="191414" y="449036"/>
                  </a:lnTo>
                  <a:cubicBezTo>
                    <a:pt x="200063" y="457685"/>
                    <a:pt x="193937" y="472474"/>
                    <a:pt x="181706" y="472474"/>
                  </a:cubicBezTo>
                  <a:lnTo>
                    <a:pt x="85406" y="472474"/>
                  </a:lnTo>
                </a:path>
              </a:pathLst>
            </a:custGeom>
            <a:solidFill>
              <a:srgbClr val="999999">
                <a:alpha val="30000"/>
              </a:srgbClr>
            </a:solidFill>
          </p:spPr>
        </p:sp>
        <p:sp>
          <p:nvSpPr>
            <p:cNvPr id="217" name="shape217"/>
            <p:cNvSpPr/>
            <p:nvPr/>
          </p:nvSpPr>
          <p:spPr>
            <a:xfrm>
              <a:off x="5263974" y="3569843"/>
              <a:ext cx="2760000" cy="2760000"/>
            </a:xfrm>
            <a:custGeom>
              <a:avLst/>
              <a:gdLst/>
              <a:ahLst/>
              <a:cxnLst/>
              <a:rect l="0" t="0" r="0" b="0"/>
              <a:pathLst>
                <a:path w="2760000" h="2760000">
                  <a:moveTo>
                    <a:pt x="174745" y="308150"/>
                  </a:moveTo>
                  <a:cubicBezTo>
                    <a:pt x="179624" y="318332"/>
                    <a:pt x="182488" y="330530"/>
                    <a:pt x="182488" y="340076"/>
                  </a:cubicBezTo>
                  <a:cubicBezTo>
                    <a:pt x="185140" y="340500"/>
                    <a:pt x="190284" y="342250"/>
                    <a:pt x="192405" y="343205"/>
                  </a:cubicBezTo>
                  <a:cubicBezTo>
                    <a:pt x="192299" y="340659"/>
                    <a:pt x="192034" y="337954"/>
                    <a:pt x="191716" y="335197"/>
                  </a:cubicBezTo>
                  <a:lnTo>
                    <a:pt x="218975" y="362456"/>
                  </a:lnTo>
                  <a:lnTo>
                    <a:pt x="225127" y="356304"/>
                  </a:lnTo>
                  <a:lnTo>
                    <a:pt x="188269" y="319446"/>
                  </a:lnTo>
                  <a:cubicBezTo>
                    <a:pt x="186677" y="314143"/>
                    <a:pt x="184715" y="308892"/>
                    <a:pt x="182488" y="304013"/>
                  </a:cubicBezTo>
                  <a:lnTo>
                    <a:pt x="174745" y="308150"/>
                  </a:lnTo>
                  <a:moveTo>
                    <a:pt x="233400" y="332863"/>
                  </a:moveTo>
                  <a:cubicBezTo>
                    <a:pt x="230377" y="335886"/>
                    <a:pt x="227831" y="336841"/>
                    <a:pt x="225869" y="334879"/>
                  </a:cubicBezTo>
                  <a:cubicBezTo>
                    <a:pt x="223217" y="332227"/>
                    <a:pt x="220778" y="327029"/>
                    <a:pt x="217437" y="279883"/>
                  </a:cubicBezTo>
                  <a:cubicBezTo>
                    <a:pt x="217437" y="279247"/>
                    <a:pt x="217384" y="278557"/>
                    <a:pt x="217225" y="278080"/>
                  </a:cubicBezTo>
                  <a:lnTo>
                    <a:pt x="211126" y="279936"/>
                  </a:lnTo>
                  <a:lnTo>
                    <a:pt x="209906" y="281580"/>
                  </a:lnTo>
                  <a:lnTo>
                    <a:pt x="186412" y="305074"/>
                  </a:lnTo>
                  <a:lnTo>
                    <a:pt x="192352" y="311014"/>
                  </a:lnTo>
                  <a:lnTo>
                    <a:pt x="209747" y="293619"/>
                  </a:lnTo>
                  <a:cubicBezTo>
                    <a:pt x="213565" y="333181"/>
                    <a:pt x="216482" y="338113"/>
                    <a:pt x="220247" y="341879"/>
                  </a:cubicBezTo>
                  <a:cubicBezTo>
                    <a:pt x="225179" y="346811"/>
                    <a:pt x="231809" y="346652"/>
                    <a:pt x="239711" y="338750"/>
                  </a:cubicBezTo>
                  <a:lnTo>
                    <a:pt x="250264" y="328196"/>
                  </a:lnTo>
                  <a:cubicBezTo>
                    <a:pt x="256894" y="321567"/>
                    <a:pt x="256946" y="316847"/>
                    <a:pt x="246128" y="304544"/>
                  </a:cubicBezTo>
                  <a:cubicBezTo>
                    <a:pt x="244112" y="306028"/>
                    <a:pt x="241090" y="307354"/>
                    <a:pt x="238544" y="308097"/>
                  </a:cubicBezTo>
                  <a:cubicBezTo>
                    <a:pt x="246658" y="316847"/>
                    <a:pt x="247241" y="319022"/>
                    <a:pt x="244643" y="321620"/>
                  </a:cubicBezTo>
                  <a:lnTo>
                    <a:pt x="233400" y="332863"/>
                  </a:lnTo>
                  <a:moveTo>
                    <a:pt x="292478" y="274208"/>
                  </a:moveTo>
                  <a:lnTo>
                    <a:pt x="290887" y="267421"/>
                  </a:lnTo>
                  <a:cubicBezTo>
                    <a:pt x="283622" y="270974"/>
                    <a:pt x="272750" y="278027"/>
                    <a:pt x="264848" y="284444"/>
                  </a:cubicBezTo>
                  <a:lnTo>
                    <a:pt x="266068" y="291391"/>
                  </a:lnTo>
                  <a:cubicBezTo>
                    <a:pt x="273864" y="285187"/>
                    <a:pt x="284365" y="278504"/>
                    <a:pt x="291577" y="275110"/>
                  </a:cubicBezTo>
                  <a:lnTo>
                    <a:pt x="266492" y="300195"/>
                  </a:lnTo>
                  <a:lnTo>
                    <a:pt x="250795" y="284497"/>
                  </a:lnTo>
                  <a:cubicBezTo>
                    <a:pt x="252969" y="284869"/>
                    <a:pt x="255727" y="285717"/>
                    <a:pt x="257371" y="286513"/>
                  </a:cubicBezTo>
                  <a:cubicBezTo>
                    <a:pt x="259545" y="282959"/>
                    <a:pt x="261613" y="279088"/>
                    <a:pt x="263363" y="275110"/>
                  </a:cubicBezTo>
                  <a:lnTo>
                    <a:pt x="264106" y="279777"/>
                  </a:lnTo>
                  <a:cubicBezTo>
                    <a:pt x="269515" y="276277"/>
                    <a:pt x="277046" y="272564"/>
                    <a:pt x="281607" y="270868"/>
                  </a:cubicBezTo>
                  <a:lnTo>
                    <a:pt x="280281" y="264451"/>
                  </a:lnTo>
                  <a:cubicBezTo>
                    <a:pt x="275985" y="266095"/>
                    <a:pt x="269462" y="269542"/>
                    <a:pt x="264371" y="272830"/>
                  </a:cubicBezTo>
                  <a:cubicBezTo>
                    <a:pt x="265166" y="270761"/>
                    <a:pt x="265962" y="268693"/>
                    <a:pt x="266599" y="266572"/>
                  </a:cubicBezTo>
                  <a:cubicBezTo>
                    <a:pt x="272803" y="264610"/>
                    <a:pt x="278902" y="261693"/>
                    <a:pt x="284470" y="258034"/>
                  </a:cubicBezTo>
                  <a:cubicBezTo>
                    <a:pt x="283940" y="256337"/>
                    <a:pt x="283410" y="253473"/>
                    <a:pt x="283251" y="251192"/>
                  </a:cubicBezTo>
                  <a:lnTo>
                    <a:pt x="299373" y="267314"/>
                  </a:lnTo>
                  <a:lnTo>
                    <a:pt x="292478" y="274208"/>
                  </a:lnTo>
                  <a:moveTo>
                    <a:pt x="243529" y="254321"/>
                  </a:moveTo>
                  <a:cubicBezTo>
                    <a:pt x="244855" y="260845"/>
                    <a:pt x="244271" y="268852"/>
                    <a:pt x="242416" y="275588"/>
                  </a:cubicBezTo>
                  <a:cubicBezTo>
                    <a:pt x="244430" y="275269"/>
                    <a:pt x="248302" y="275110"/>
                    <a:pt x="250264" y="275163"/>
                  </a:cubicBezTo>
                  <a:cubicBezTo>
                    <a:pt x="250636" y="273413"/>
                    <a:pt x="250954" y="271504"/>
                    <a:pt x="251113" y="269542"/>
                  </a:cubicBezTo>
                  <a:cubicBezTo>
                    <a:pt x="253287" y="269489"/>
                    <a:pt x="255568" y="269224"/>
                    <a:pt x="257954" y="268852"/>
                  </a:cubicBezTo>
                  <a:cubicBezTo>
                    <a:pt x="255779" y="273890"/>
                    <a:pt x="252916" y="278981"/>
                    <a:pt x="249840" y="283543"/>
                  </a:cubicBezTo>
                  <a:lnTo>
                    <a:pt x="232074" y="265777"/>
                  </a:lnTo>
                  <a:lnTo>
                    <a:pt x="243529" y="254321"/>
                  </a:lnTo>
                  <a:moveTo>
                    <a:pt x="262621" y="252624"/>
                  </a:moveTo>
                  <a:cubicBezTo>
                    <a:pt x="262303" y="255382"/>
                    <a:pt x="261772" y="258246"/>
                    <a:pt x="260712" y="261215"/>
                  </a:cubicBezTo>
                  <a:cubicBezTo>
                    <a:pt x="257848" y="262170"/>
                    <a:pt x="255037" y="262648"/>
                    <a:pt x="252439" y="262807"/>
                  </a:cubicBezTo>
                  <a:lnTo>
                    <a:pt x="262621" y="252624"/>
                  </a:lnTo>
                  <a:moveTo>
                    <a:pt x="282455" y="250397"/>
                  </a:moveTo>
                  <a:cubicBezTo>
                    <a:pt x="278107" y="253367"/>
                    <a:pt x="273440" y="256124"/>
                    <a:pt x="268826" y="258193"/>
                  </a:cubicBezTo>
                  <a:cubicBezTo>
                    <a:pt x="269939" y="252094"/>
                    <a:pt x="270205" y="246101"/>
                    <a:pt x="269038" y="240692"/>
                  </a:cubicBezTo>
                  <a:lnTo>
                    <a:pt x="263363" y="242124"/>
                  </a:lnTo>
                  <a:lnTo>
                    <a:pt x="262674" y="243238"/>
                  </a:lnTo>
                  <a:lnTo>
                    <a:pt x="251113" y="254798"/>
                  </a:lnTo>
                  <a:cubicBezTo>
                    <a:pt x="250954" y="253367"/>
                    <a:pt x="250688" y="251935"/>
                    <a:pt x="250423" y="250609"/>
                  </a:cubicBezTo>
                  <a:lnTo>
                    <a:pt x="244325" y="253526"/>
                  </a:lnTo>
                  <a:lnTo>
                    <a:pt x="264955" y="232896"/>
                  </a:lnTo>
                  <a:lnTo>
                    <a:pt x="282455" y="250397"/>
                  </a:lnTo>
                  <a:moveTo>
                    <a:pt x="220354" y="266147"/>
                  </a:moveTo>
                  <a:lnTo>
                    <a:pt x="267924" y="313718"/>
                  </a:lnTo>
                  <a:lnTo>
                    <a:pt x="273970" y="307673"/>
                  </a:lnTo>
                  <a:lnTo>
                    <a:pt x="272061" y="305764"/>
                  </a:lnTo>
                  <a:lnTo>
                    <a:pt x="304941" y="272883"/>
                  </a:lnTo>
                  <a:lnTo>
                    <a:pt x="306850" y="274792"/>
                  </a:lnTo>
                  <a:lnTo>
                    <a:pt x="313214" y="268428"/>
                  </a:lnTo>
                  <a:lnTo>
                    <a:pt x="265644" y="220858"/>
                  </a:lnTo>
                  <a:lnTo>
                    <a:pt x="220354" y="266147"/>
                  </a:lnTo>
                  <a:moveTo>
                    <a:pt x="303244" y="231941"/>
                  </a:moveTo>
                  <a:cubicBezTo>
                    <a:pt x="301494" y="230085"/>
                    <a:pt x="299797" y="228388"/>
                    <a:pt x="298312" y="226903"/>
                  </a:cubicBezTo>
                  <a:lnTo>
                    <a:pt x="296350" y="224941"/>
                  </a:lnTo>
                  <a:lnTo>
                    <a:pt x="300539" y="220751"/>
                  </a:lnTo>
                  <a:lnTo>
                    <a:pt x="307487" y="227699"/>
                  </a:lnTo>
                  <a:lnTo>
                    <a:pt x="303244" y="231941"/>
                  </a:lnTo>
                  <a:moveTo>
                    <a:pt x="287864" y="208076"/>
                  </a:moveTo>
                  <a:lnTo>
                    <a:pt x="295448" y="215660"/>
                  </a:lnTo>
                  <a:lnTo>
                    <a:pt x="291259" y="219850"/>
                  </a:lnTo>
                  <a:lnTo>
                    <a:pt x="283675" y="212266"/>
                  </a:lnTo>
                  <a:lnTo>
                    <a:pt x="287864" y="208076"/>
                  </a:lnTo>
                  <a:moveTo>
                    <a:pt x="288236" y="197947"/>
                  </a:moveTo>
                  <a:lnTo>
                    <a:pt x="273334" y="212849"/>
                  </a:lnTo>
                  <a:lnTo>
                    <a:pt x="292903" y="232418"/>
                  </a:lnTo>
                  <a:cubicBezTo>
                    <a:pt x="300380" y="239896"/>
                    <a:pt x="310403" y="250344"/>
                    <a:pt x="314699" y="260155"/>
                  </a:cubicBezTo>
                  <a:cubicBezTo>
                    <a:pt x="316396" y="259519"/>
                    <a:pt x="320798" y="259041"/>
                    <a:pt x="322760" y="259201"/>
                  </a:cubicBezTo>
                  <a:cubicBezTo>
                    <a:pt x="319949" y="252147"/>
                    <a:pt x="314116" y="244298"/>
                    <a:pt x="308229" y="237457"/>
                  </a:cubicBezTo>
                  <a:lnTo>
                    <a:pt x="312737" y="232949"/>
                  </a:lnTo>
                  <a:lnTo>
                    <a:pt x="323980" y="244192"/>
                  </a:lnTo>
                  <a:cubicBezTo>
                    <a:pt x="324616" y="244828"/>
                    <a:pt x="324616" y="245147"/>
                    <a:pt x="324086" y="245783"/>
                  </a:cubicBezTo>
                  <a:cubicBezTo>
                    <a:pt x="323503" y="246367"/>
                    <a:pt x="321965" y="247904"/>
                    <a:pt x="320268" y="249389"/>
                  </a:cubicBezTo>
                  <a:cubicBezTo>
                    <a:pt x="322442" y="250185"/>
                    <a:pt x="325677" y="251935"/>
                    <a:pt x="327321" y="253261"/>
                  </a:cubicBezTo>
                  <a:cubicBezTo>
                    <a:pt x="330132" y="250450"/>
                    <a:pt x="331988" y="248381"/>
                    <a:pt x="332465" y="245889"/>
                  </a:cubicBezTo>
                  <a:cubicBezTo>
                    <a:pt x="333049" y="243503"/>
                    <a:pt x="331829" y="241540"/>
                    <a:pt x="329284" y="238995"/>
                  </a:cubicBezTo>
                  <a:lnTo>
                    <a:pt x="288236" y="197947"/>
                  </a:lnTo>
                  <a:moveTo>
                    <a:pt x="336019" y="229396"/>
                  </a:moveTo>
                  <a:lnTo>
                    <a:pt x="331193" y="224570"/>
                  </a:lnTo>
                  <a:cubicBezTo>
                    <a:pt x="333420" y="224570"/>
                    <a:pt x="336178" y="224676"/>
                    <a:pt x="337556" y="224994"/>
                  </a:cubicBezTo>
                  <a:cubicBezTo>
                    <a:pt x="337504" y="220804"/>
                    <a:pt x="336761" y="216244"/>
                    <a:pt x="335541" y="211630"/>
                  </a:cubicBezTo>
                  <a:cubicBezTo>
                    <a:pt x="339413" y="212319"/>
                    <a:pt x="342966" y="213115"/>
                    <a:pt x="345617" y="214069"/>
                  </a:cubicBezTo>
                  <a:lnTo>
                    <a:pt x="346360" y="207175"/>
                  </a:lnTo>
                  <a:lnTo>
                    <a:pt x="352300" y="213115"/>
                  </a:lnTo>
                  <a:lnTo>
                    <a:pt x="336019" y="229396"/>
                  </a:lnTo>
                  <a:moveTo>
                    <a:pt x="315707" y="209084"/>
                  </a:moveTo>
                  <a:cubicBezTo>
                    <a:pt x="319472" y="209350"/>
                    <a:pt x="323503" y="209774"/>
                    <a:pt x="327427" y="210304"/>
                  </a:cubicBezTo>
                  <a:cubicBezTo>
                    <a:pt x="328700" y="214652"/>
                    <a:pt x="329495" y="218948"/>
                    <a:pt x="329549" y="222926"/>
                  </a:cubicBezTo>
                  <a:lnTo>
                    <a:pt x="315707" y="209084"/>
                  </a:lnTo>
                  <a:moveTo>
                    <a:pt x="344716" y="205531"/>
                  </a:moveTo>
                  <a:cubicBezTo>
                    <a:pt x="341428" y="204682"/>
                    <a:pt x="337345" y="203993"/>
                    <a:pt x="332996" y="203462"/>
                  </a:cubicBezTo>
                  <a:cubicBezTo>
                    <a:pt x="330928" y="197894"/>
                    <a:pt x="328223" y="192326"/>
                    <a:pt x="325200" y="186970"/>
                  </a:cubicBezTo>
                  <a:lnTo>
                    <a:pt x="318783" y="190947"/>
                  </a:lnTo>
                  <a:cubicBezTo>
                    <a:pt x="321063" y="194712"/>
                    <a:pt x="323026" y="198584"/>
                    <a:pt x="324722" y="202508"/>
                  </a:cubicBezTo>
                  <a:cubicBezTo>
                    <a:pt x="321382" y="202243"/>
                    <a:pt x="318146" y="202084"/>
                    <a:pt x="315176" y="201978"/>
                  </a:cubicBezTo>
                  <a:lnTo>
                    <a:pt x="314381" y="207758"/>
                  </a:lnTo>
                  <a:lnTo>
                    <a:pt x="311040" y="204417"/>
                  </a:lnTo>
                  <a:lnTo>
                    <a:pt x="305206" y="210251"/>
                  </a:lnTo>
                  <a:lnTo>
                    <a:pt x="336019" y="241063"/>
                  </a:lnTo>
                  <a:lnTo>
                    <a:pt x="358133" y="218948"/>
                  </a:lnTo>
                  <a:lnTo>
                    <a:pt x="360308" y="221123"/>
                  </a:lnTo>
                  <a:lnTo>
                    <a:pt x="366088" y="215342"/>
                  </a:lnTo>
                  <a:lnTo>
                    <a:pt x="333049" y="182302"/>
                  </a:lnTo>
                  <a:lnTo>
                    <a:pt x="327268" y="188083"/>
                  </a:lnTo>
                  <a:lnTo>
                    <a:pt x="344716" y="205531"/>
                  </a:lnTo>
                  <a:moveTo>
                    <a:pt x="313904" y="183204"/>
                  </a:moveTo>
                  <a:cubicBezTo>
                    <a:pt x="310828" y="182038"/>
                    <a:pt x="305949" y="180764"/>
                    <a:pt x="302290" y="179863"/>
                  </a:cubicBezTo>
                  <a:lnTo>
                    <a:pt x="298577" y="187394"/>
                  </a:lnTo>
                  <a:cubicBezTo>
                    <a:pt x="301176" y="188189"/>
                    <a:pt x="304305" y="189091"/>
                    <a:pt x="307010" y="190099"/>
                  </a:cubicBezTo>
                  <a:lnTo>
                    <a:pt x="295024" y="202084"/>
                  </a:lnTo>
                  <a:lnTo>
                    <a:pt x="300911" y="207970"/>
                  </a:lnTo>
                  <a:lnTo>
                    <a:pt x="331087" y="177794"/>
                  </a:lnTo>
                  <a:lnTo>
                    <a:pt x="325200" y="171908"/>
                  </a:lnTo>
                  <a:lnTo>
                    <a:pt x="313904" y="183204"/>
                  </a:lnTo>
                  <a:moveTo>
                    <a:pt x="398545" y="168143"/>
                  </a:moveTo>
                  <a:lnTo>
                    <a:pt x="396953" y="161354"/>
                  </a:lnTo>
                  <a:cubicBezTo>
                    <a:pt x="389688" y="164908"/>
                    <a:pt x="378816" y="171961"/>
                    <a:pt x="370914" y="178378"/>
                  </a:cubicBezTo>
                  <a:lnTo>
                    <a:pt x="372134" y="185326"/>
                  </a:lnTo>
                  <a:cubicBezTo>
                    <a:pt x="379930" y="179120"/>
                    <a:pt x="390430" y="172438"/>
                    <a:pt x="397643" y="169044"/>
                  </a:cubicBezTo>
                  <a:lnTo>
                    <a:pt x="372559" y="194129"/>
                  </a:lnTo>
                  <a:lnTo>
                    <a:pt x="356861" y="178431"/>
                  </a:lnTo>
                  <a:cubicBezTo>
                    <a:pt x="359035" y="178802"/>
                    <a:pt x="361793" y="179651"/>
                    <a:pt x="363437" y="180446"/>
                  </a:cubicBezTo>
                  <a:cubicBezTo>
                    <a:pt x="365611" y="176893"/>
                    <a:pt x="367679" y="173022"/>
                    <a:pt x="369430" y="169044"/>
                  </a:cubicBezTo>
                  <a:lnTo>
                    <a:pt x="370172" y="173711"/>
                  </a:lnTo>
                  <a:cubicBezTo>
                    <a:pt x="375581" y="170211"/>
                    <a:pt x="383112" y="166499"/>
                    <a:pt x="387673" y="164801"/>
                  </a:cubicBezTo>
                  <a:lnTo>
                    <a:pt x="386347" y="158384"/>
                  </a:lnTo>
                  <a:cubicBezTo>
                    <a:pt x="382051" y="160028"/>
                    <a:pt x="375528" y="163476"/>
                    <a:pt x="370437" y="166764"/>
                  </a:cubicBezTo>
                  <a:cubicBezTo>
                    <a:pt x="371233" y="164696"/>
                    <a:pt x="372028" y="162627"/>
                    <a:pt x="372664" y="160506"/>
                  </a:cubicBezTo>
                  <a:cubicBezTo>
                    <a:pt x="378869" y="158543"/>
                    <a:pt x="384968" y="155627"/>
                    <a:pt x="390536" y="151967"/>
                  </a:cubicBezTo>
                  <a:cubicBezTo>
                    <a:pt x="390006" y="150271"/>
                    <a:pt x="389476" y="147407"/>
                    <a:pt x="389317" y="145126"/>
                  </a:cubicBezTo>
                  <a:lnTo>
                    <a:pt x="405439" y="161248"/>
                  </a:lnTo>
                  <a:lnTo>
                    <a:pt x="398545" y="168143"/>
                  </a:lnTo>
                  <a:moveTo>
                    <a:pt x="349595" y="148255"/>
                  </a:moveTo>
                  <a:cubicBezTo>
                    <a:pt x="350921" y="154778"/>
                    <a:pt x="350338" y="162787"/>
                    <a:pt x="348481" y="169522"/>
                  </a:cubicBezTo>
                  <a:cubicBezTo>
                    <a:pt x="350497" y="169204"/>
                    <a:pt x="354368" y="169044"/>
                    <a:pt x="356330" y="169097"/>
                  </a:cubicBezTo>
                  <a:cubicBezTo>
                    <a:pt x="356701" y="167347"/>
                    <a:pt x="357020" y="165438"/>
                    <a:pt x="357179" y="163476"/>
                  </a:cubicBezTo>
                  <a:cubicBezTo>
                    <a:pt x="359353" y="163423"/>
                    <a:pt x="361634" y="163157"/>
                    <a:pt x="364020" y="162787"/>
                  </a:cubicBezTo>
                  <a:cubicBezTo>
                    <a:pt x="361846" y="167824"/>
                    <a:pt x="358982" y="172916"/>
                    <a:pt x="355906" y="177476"/>
                  </a:cubicBezTo>
                  <a:lnTo>
                    <a:pt x="338140" y="159710"/>
                  </a:lnTo>
                  <a:lnTo>
                    <a:pt x="349595" y="148255"/>
                  </a:lnTo>
                  <a:moveTo>
                    <a:pt x="368687" y="146558"/>
                  </a:moveTo>
                  <a:cubicBezTo>
                    <a:pt x="368369" y="149316"/>
                    <a:pt x="367838" y="152180"/>
                    <a:pt x="366778" y="155150"/>
                  </a:cubicBezTo>
                  <a:cubicBezTo>
                    <a:pt x="363914" y="156104"/>
                    <a:pt x="361103" y="156581"/>
                    <a:pt x="358505" y="156740"/>
                  </a:cubicBezTo>
                  <a:lnTo>
                    <a:pt x="368687" y="146558"/>
                  </a:lnTo>
                  <a:moveTo>
                    <a:pt x="388521" y="144331"/>
                  </a:moveTo>
                  <a:cubicBezTo>
                    <a:pt x="384173" y="147301"/>
                    <a:pt x="379505" y="150058"/>
                    <a:pt x="374892" y="152126"/>
                  </a:cubicBezTo>
                  <a:cubicBezTo>
                    <a:pt x="376006" y="146028"/>
                    <a:pt x="376271" y="140035"/>
                    <a:pt x="375104" y="134626"/>
                  </a:cubicBezTo>
                  <a:lnTo>
                    <a:pt x="369430" y="136058"/>
                  </a:lnTo>
                  <a:lnTo>
                    <a:pt x="368740" y="137171"/>
                  </a:lnTo>
                  <a:lnTo>
                    <a:pt x="357179" y="148733"/>
                  </a:lnTo>
                  <a:cubicBezTo>
                    <a:pt x="357020" y="147301"/>
                    <a:pt x="356755" y="145869"/>
                    <a:pt x="356489" y="144543"/>
                  </a:cubicBezTo>
                  <a:lnTo>
                    <a:pt x="350390" y="147460"/>
                  </a:lnTo>
                  <a:lnTo>
                    <a:pt x="371020" y="126830"/>
                  </a:lnTo>
                  <a:lnTo>
                    <a:pt x="388521" y="144331"/>
                  </a:lnTo>
                  <a:moveTo>
                    <a:pt x="326420" y="160082"/>
                  </a:moveTo>
                  <a:lnTo>
                    <a:pt x="373990" y="207652"/>
                  </a:lnTo>
                  <a:lnTo>
                    <a:pt x="380036" y="201607"/>
                  </a:lnTo>
                  <a:lnTo>
                    <a:pt x="378127" y="199697"/>
                  </a:lnTo>
                  <a:lnTo>
                    <a:pt x="411007" y="166817"/>
                  </a:lnTo>
                  <a:lnTo>
                    <a:pt x="412916" y="168726"/>
                  </a:lnTo>
                  <a:lnTo>
                    <a:pt x="419281" y="162362"/>
                  </a:lnTo>
                  <a:lnTo>
                    <a:pt x="371710" y="114791"/>
                  </a:lnTo>
                  <a:lnTo>
                    <a:pt x="326420" y="160082"/>
                  </a:lnTo>
                  <a:moveTo>
                    <a:pt x="274765" y="424822"/>
                  </a:moveTo>
                  <a:lnTo>
                    <a:pt x="281819" y="417769"/>
                  </a:lnTo>
                  <a:lnTo>
                    <a:pt x="265432" y="401382"/>
                  </a:lnTo>
                  <a:cubicBezTo>
                    <a:pt x="261719" y="397670"/>
                    <a:pt x="255620" y="392843"/>
                    <a:pt x="251537" y="389503"/>
                  </a:cubicBezTo>
                  <a:lnTo>
                    <a:pt x="251749" y="389290"/>
                  </a:lnTo>
                  <a:lnTo>
                    <a:pt x="264106" y="395389"/>
                  </a:lnTo>
                  <a:lnTo>
                    <a:pt x="286698" y="405784"/>
                  </a:lnTo>
                  <a:lnTo>
                    <a:pt x="291206" y="401276"/>
                  </a:lnTo>
                  <a:lnTo>
                    <a:pt x="280758" y="378737"/>
                  </a:lnTo>
                  <a:lnTo>
                    <a:pt x="274712" y="366327"/>
                  </a:lnTo>
                  <a:lnTo>
                    <a:pt x="274978" y="366062"/>
                  </a:lnTo>
                  <a:cubicBezTo>
                    <a:pt x="278266" y="370198"/>
                    <a:pt x="283145" y="376244"/>
                    <a:pt x="286857" y="379957"/>
                  </a:cubicBezTo>
                  <a:lnTo>
                    <a:pt x="303244" y="396344"/>
                  </a:lnTo>
                  <a:lnTo>
                    <a:pt x="310403" y="389184"/>
                  </a:lnTo>
                  <a:lnTo>
                    <a:pt x="271106" y="349887"/>
                  </a:lnTo>
                  <a:lnTo>
                    <a:pt x="262409" y="358584"/>
                  </a:lnTo>
                  <a:lnTo>
                    <a:pt x="274288" y="383510"/>
                  </a:lnTo>
                  <a:cubicBezTo>
                    <a:pt x="275879" y="386798"/>
                    <a:pt x="277789" y="390086"/>
                    <a:pt x="279433" y="393427"/>
                  </a:cubicBezTo>
                  <a:lnTo>
                    <a:pt x="279167" y="393692"/>
                  </a:lnTo>
                  <a:cubicBezTo>
                    <a:pt x="275879" y="391995"/>
                    <a:pt x="272538" y="390139"/>
                    <a:pt x="269250" y="388548"/>
                  </a:cubicBezTo>
                  <a:lnTo>
                    <a:pt x="244165" y="376828"/>
                  </a:lnTo>
                  <a:lnTo>
                    <a:pt x="235468" y="385525"/>
                  </a:lnTo>
                  <a:lnTo>
                    <a:pt x="274765" y="424822"/>
                  </a:lnTo>
                  <a:moveTo>
                    <a:pt x="319394" y="380194"/>
                  </a:moveTo>
                  <a:lnTo>
                    <a:pt x="327190" y="372398"/>
                  </a:lnTo>
                  <a:lnTo>
                    <a:pt x="297491" y="342700"/>
                  </a:lnTo>
                  <a:lnTo>
                    <a:pt x="289695" y="350496"/>
                  </a:lnTo>
                  <a:lnTo>
                    <a:pt x="319394" y="380194"/>
                  </a:lnTo>
                  <a:moveTo>
                    <a:pt x="288847" y="341798"/>
                  </a:moveTo>
                  <a:cubicBezTo>
                    <a:pt x="291498" y="339147"/>
                    <a:pt x="291657" y="335594"/>
                    <a:pt x="289058" y="332995"/>
                  </a:cubicBezTo>
                  <a:cubicBezTo>
                    <a:pt x="286513" y="330449"/>
                    <a:pt x="282960" y="330608"/>
                    <a:pt x="280308" y="333260"/>
                  </a:cubicBezTo>
                  <a:cubicBezTo>
                    <a:pt x="277604" y="335965"/>
                    <a:pt x="277444" y="339518"/>
                    <a:pt x="279990" y="342064"/>
                  </a:cubicBezTo>
                  <a:cubicBezTo>
                    <a:pt x="282589" y="344662"/>
                    <a:pt x="286142" y="344503"/>
                    <a:pt x="288847" y="341798"/>
                  </a:cubicBezTo>
                  <a:moveTo>
                    <a:pt x="335500" y="364088"/>
                  </a:moveTo>
                  <a:lnTo>
                    <a:pt x="343296" y="356292"/>
                  </a:lnTo>
                  <a:lnTo>
                    <a:pt x="322879" y="335874"/>
                  </a:lnTo>
                  <a:cubicBezTo>
                    <a:pt x="322879" y="331525"/>
                    <a:pt x="323249" y="328820"/>
                    <a:pt x="325689" y="326381"/>
                  </a:cubicBezTo>
                  <a:cubicBezTo>
                    <a:pt x="328606" y="323464"/>
                    <a:pt x="331470" y="323783"/>
                    <a:pt x="336083" y="328396"/>
                  </a:cubicBezTo>
                  <a:lnTo>
                    <a:pt x="353638" y="345950"/>
                  </a:lnTo>
                  <a:lnTo>
                    <a:pt x="361433" y="338155"/>
                  </a:lnTo>
                  <a:lnTo>
                    <a:pt x="342925" y="319646"/>
                  </a:lnTo>
                  <a:cubicBezTo>
                    <a:pt x="335447" y="312169"/>
                    <a:pt x="328235" y="310471"/>
                    <a:pt x="321818" y="316888"/>
                  </a:cubicBezTo>
                  <a:cubicBezTo>
                    <a:pt x="317787" y="320919"/>
                    <a:pt x="316886" y="326063"/>
                    <a:pt x="316832" y="331207"/>
                  </a:cubicBezTo>
                  <a:lnTo>
                    <a:pt x="316673" y="331366"/>
                  </a:lnTo>
                  <a:lnTo>
                    <a:pt x="312166" y="328025"/>
                  </a:lnTo>
                  <a:lnTo>
                    <a:pt x="305802" y="334389"/>
                  </a:lnTo>
                  <a:lnTo>
                    <a:pt x="335500" y="364088"/>
                  </a:lnTo>
                  <a:moveTo>
                    <a:pt x="380665" y="320408"/>
                  </a:moveTo>
                  <a:cubicBezTo>
                    <a:pt x="383740" y="317332"/>
                    <a:pt x="385013" y="312665"/>
                    <a:pt x="385066" y="308370"/>
                  </a:cubicBezTo>
                  <a:lnTo>
                    <a:pt x="385279" y="308158"/>
                  </a:lnTo>
                  <a:lnTo>
                    <a:pt x="388937" y="310650"/>
                  </a:lnTo>
                  <a:lnTo>
                    <a:pt x="395249" y="304339"/>
                  </a:lnTo>
                  <a:lnTo>
                    <a:pt x="352928" y="262019"/>
                  </a:lnTo>
                  <a:lnTo>
                    <a:pt x="345185" y="269762"/>
                  </a:lnTo>
                  <a:lnTo>
                    <a:pt x="355633" y="280209"/>
                  </a:lnTo>
                  <a:lnTo>
                    <a:pt x="360565" y="284611"/>
                  </a:lnTo>
                  <a:cubicBezTo>
                    <a:pt x="356482" y="284770"/>
                    <a:pt x="353140" y="285566"/>
                    <a:pt x="349799" y="288907"/>
                  </a:cubicBezTo>
                  <a:cubicBezTo>
                    <a:pt x="343382" y="295324"/>
                    <a:pt x="343276" y="307309"/>
                    <a:pt x="352928" y="316961"/>
                  </a:cubicBezTo>
                  <a:cubicBezTo>
                    <a:pt x="362686" y="326719"/>
                    <a:pt x="373293" y="327780"/>
                    <a:pt x="380665" y="320408"/>
                  </a:cubicBezTo>
                  <a:moveTo>
                    <a:pt x="376263" y="311976"/>
                  </a:moveTo>
                  <a:cubicBezTo>
                    <a:pt x="372338" y="315901"/>
                    <a:pt x="367035" y="315052"/>
                    <a:pt x="360883" y="308900"/>
                  </a:cubicBezTo>
                  <a:cubicBezTo>
                    <a:pt x="354943" y="302960"/>
                    <a:pt x="354572" y="296968"/>
                    <a:pt x="357913" y="293627"/>
                  </a:cubicBezTo>
                  <a:cubicBezTo>
                    <a:pt x="359770" y="291770"/>
                    <a:pt x="362262" y="290444"/>
                    <a:pt x="365709" y="290285"/>
                  </a:cubicBezTo>
                  <a:lnTo>
                    <a:pt x="378755" y="303332"/>
                  </a:lnTo>
                  <a:cubicBezTo>
                    <a:pt x="379232" y="307309"/>
                    <a:pt x="378331" y="309908"/>
                    <a:pt x="376263" y="311976"/>
                  </a:cubicBezTo>
                  <a:moveTo>
                    <a:pt x="404240" y="295348"/>
                  </a:moveTo>
                  <a:lnTo>
                    <a:pt x="411294" y="288294"/>
                  </a:lnTo>
                  <a:lnTo>
                    <a:pt x="394907" y="271907"/>
                  </a:lnTo>
                  <a:cubicBezTo>
                    <a:pt x="391195" y="268195"/>
                    <a:pt x="385096" y="263368"/>
                    <a:pt x="381012" y="260027"/>
                  </a:cubicBezTo>
                  <a:lnTo>
                    <a:pt x="381224" y="259815"/>
                  </a:lnTo>
                  <a:lnTo>
                    <a:pt x="393581" y="265914"/>
                  </a:lnTo>
                  <a:lnTo>
                    <a:pt x="416173" y="276308"/>
                  </a:lnTo>
                  <a:lnTo>
                    <a:pt x="420681" y="271801"/>
                  </a:lnTo>
                  <a:lnTo>
                    <a:pt x="410233" y="249262"/>
                  </a:lnTo>
                  <a:lnTo>
                    <a:pt x="404188" y="236852"/>
                  </a:lnTo>
                  <a:lnTo>
                    <a:pt x="404453" y="236587"/>
                  </a:lnTo>
                  <a:cubicBezTo>
                    <a:pt x="407741" y="240724"/>
                    <a:pt x="412620" y="246769"/>
                    <a:pt x="416332" y="250481"/>
                  </a:cubicBezTo>
                  <a:lnTo>
                    <a:pt x="432719" y="266869"/>
                  </a:lnTo>
                  <a:lnTo>
                    <a:pt x="439879" y="259709"/>
                  </a:lnTo>
                  <a:lnTo>
                    <a:pt x="400581" y="220412"/>
                  </a:lnTo>
                  <a:lnTo>
                    <a:pt x="391884" y="229109"/>
                  </a:lnTo>
                  <a:lnTo>
                    <a:pt x="403763" y="254035"/>
                  </a:lnTo>
                  <a:cubicBezTo>
                    <a:pt x="405354" y="257323"/>
                    <a:pt x="407263" y="260611"/>
                    <a:pt x="408907" y="263952"/>
                  </a:cubicBezTo>
                  <a:lnTo>
                    <a:pt x="408643" y="264217"/>
                  </a:lnTo>
                  <a:cubicBezTo>
                    <a:pt x="405354" y="262520"/>
                    <a:pt x="402013" y="260664"/>
                    <a:pt x="398725" y="259073"/>
                  </a:cubicBezTo>
                  <a:lnTo>
                    <a:pt x="373640" y="247352"/>
                  </a:lnTo>
                  <a:lnTo>
                    <a:pt x="364943" y="256050"/>
                  </a:lnTo>
                  <a:lnTo>
                    <a:pt x="404240" y="295348"/>
                  </a:lnTo>
                  <a:moveTo>
                    <a:pt x="456929" y="244143"/>
                  </a:moveTo>
                  <a:cubicBezTo>
                    <a:pt x="460324" y="240749"/>
                    <a:pt x="461597" y="236082"/>
                    <a:pt x="461968" y="231256"/>
                  </a:cubicBezTo>
                  <a:lnTo>
                    <a:pt x="462180" y="231044"/>
                  </a:lnTo>
                  <a:lnTo>
                    <a:pt x="465892" y="233696"/>
                  </a:lnTo>
                  <a:lnTo>
                    <a:pt x="472256" y="227332"/>
                  </a:lnTo>
                  <a:lnTo>
                    <a:pt x="454915" y="209990"/>
                  </a:lnTo>
                  <a:cubicBezTo>
                    <a:pt x="446323" y="201398"/>
                    <a:pt x="437944" y="200762"/>
                    <a:pt x="430413" y="208293"/>
                  </a:cubicBezTo>
                  <a:cubicBezTo>
                    <a:pt x="425746" y="212960"/>
                    <a:pt x="423254" y="218953"/>
                    <a:pt x="421928" y="224627"/>
                  </a:cubicBezTo>
                  <a:lnTo>
                    <a:pt x="429883" y="226960"/>
                  </a:lnTo>
                  <a:cubicBezTo>
                    <a:pt x="431050" y="222612"/>
                    <a:pt x="432481" y="218740"/>
                    <a:pt x="435239" y="215983"/>
                  </a:cubicBezTo>
                  <a:cubicBezTo>
                    <a:pt x="438898" y="212323"/>
                    <a:pt x="442399" y="213278"/>
                    <a:pt x="445475" y="216035"/>
                  </a:cubicBezTo>
                  <a:cubicBezTo>
                    <a:pt x="434762" y="229294"/>
                    <a:pt x="432959" y="237779"/>
                    <a:pt x="439323" y="244143"/>
                  </a:cubicBezTo>
                  <a:cubicBezTo>
                    <a:pt x="444361" y="249181"/>
                    <a:pt x="451627" y="249446"/>
                    <a:pt x="456929" y="244143"/>
                  </a:cubicBezTo>
                  <a:moveTo>
                    <a:pt x="453376" y="235499"/>
                  </a:moveTo>
                  <a:cubicBezTo>
                    <a:pt x="451096" y="237779"/>
                    <a:pt x="448444" y="238415"/>
                    <a:pt x="446111" y="236082"/>
                  </a:cubicBezTo>
                  <a:cubicBezTo>
                    <a:pt x="443459" y="233431"/>
                    <a:pt x="443884" y="228976"/>
                    <a:pt x="450248" y="220808"/>
                  </a:cubicBezTo>
                  <a:lnTo>
                    <a:pt x="456240" y="226801"/>
                  </a:lnTo>
                  <a:cubicBezTo>
                    <a:pt x="456187" y="230567"/>
                    <a:pt x="455604" y="233272"/>
                    <a:pt x="453376" y="235499"/>
                  </a:cubicBezTo>
                  <a:moveTo>
                    <a:pt x="489430" y="211643"/>
                  </a:moveTo>
                  <a:cubicBezTo>
                    <a:pt x="497172" y="203900"/>
                    <a:pt x="497066" y="195628"/>
                    <a:pt x="491869" y="190430"/>
                  </a:cubicBezTo>
                  <a:cubicBezTo>
                    <a:pt x="486353" y="184915"/>
                    <a:pt x="480043" y="187301"/>
                    <a:pt x="474633" y="189741"/>
                  </a:cubicBezTo>
                  <a:cubicBezTo>
                    <a:pt x="470338" y="191703"/>
                    <a:pt x="466784" y="193665"/>
                    <a:pt x="464610" y="191491"/>
                  </a:cubicBezTo>
                  <a:cubicBezTo>
                    <a:pt x="462913" y="189794"/>
                    <a:pt x="463019" y="187354"/>
                    <a:pt x="465724" y="184649"/>
                  </a:cubicBezTo>
                  <a:cubicBezTo>
                    <a:pt x="467898" y="182475"/>
                    <a:pt x="470974" y="181415"/>
                    <a:pt x="474633" y="180831"/>
                  </a:cubicBezTo>
                  <a:lnTo>
                    <a:pt x="473413" y="172611"/>
                  </a:lnTo>
                  <a:cubicBezTo>
                    <a:pt x="469118" y="173194"/>
                    <a:pt x="463973" y="174733"/>
                    <a:pt x="459678" y="179028"/>
                  </a:cubicBezTo>
                  <a:cubicBezTo>
                    <a:pt x="452890" y="185816"/>
                    <a:pt x="452359" y="193877"/>
                    <a:pt x="457663" y="199181"/>
                  </a:cubicBezTo>
                  <a:cubicBezTo>
                    <a:pt x="462648" y="204166"/>
                    <a:pt x="469118" y="202256"/>
                    <a:pt x="474315" y="199923"/>
                  </a:cubicBezTo>
                  <a:cubicBezTo>
                    <a:pt x="478664" y="198014"/>
                    <a:pt x="482747" y="195946"/>
                    <a:pt x="484975" y="198173"/>
                  </a:cubicBezTo>
                  <a:cubicBezTo>
                    <a:pt x="486831" y="200029"/>
                    <a:pt x="486778" y="202628"/>
                    <a:pt x="483808" y="205598"/>
                  </a:cubicBezTo>
                  <a:cubicBezTo>
                    <a:pt x="481050" y="208355"/>
                    <a:pt x="477338" y="209734"/>
                    <a:pt x="472618" y="210317"/>
                  </a:cubicBezTo>
                  <a:lnTo>
                    <a:pt x="473944" y="218750"/>
                  </a:lnTo>
                  <a:cubicBezTo>
                    <a:pt x="479353" y="218219"/>
                    <a:pt x="485452" y="215621"/>
                    <a:pt x="489430" y="211643"/>
                  </a:cubicBezTo>
                  <a:moveTo>
                    <a:pt x="516830" y="184243"/>
                  </a:moveTo>
                  <a:cubicBezTo>
                    <a:pt x="519429" y="181644"/>
                    <a:pt x="520914" y="178992"/>
                    <a:pt x="521975" y="176871"/>
                  </a:cubicBezTo>
                  <a:lnTo>
                    <a:pt x="515027" y="172469"/>
                  </a:lnTo>
                  <a:cubicBezTo>
                    <a:pt x="514550" y="173582"/>
                    <a:pt x="513701" y="175067"/>
                    <a:pt x="512747" y="176022"/>
                  </a:cubicBezTo>
                  <a:cubicBezTo>
                    <a:pt x="510095" y="178674"/>
                    <a:pt x="507125" y="178462"/>
                    <a:pt x="503731" y="175067"/>
                  </a:cubicBezTo>
                  <a:lnTo>
                    <a:pt x="490579" y="161915"/>
                  </a:lnTo>
                  <a:lnTo>
                    <a:pt x="497897" y="154597"/>
                  </a:lnTo>
                  <a:lnTo>
                    <a:pt x="491746" y="148445"/>
                  </a:lnTo>
                  <a:lnTo>
                    <a:pt x="484427" y="155764"/>
                  </a:lnTo>
                  <a:lnTo>
                    <a:pt x="476419" y="147755"/>
                  </a:lnTo>
                  <a:lnTo>
                    <a:pt x="469949" y="154226"/>
                  </a:lnTo>
                  <a:lnTo>
                    <a:pt x="477056" y="163135"/>
                  </a:lnTo>
                  <a:lnTo>
                    <a:pt x="472813" y="168120"/>
                  </a:lnTo>
                  <a:lnTo>
                    <a:pt x="478594" y="173901"/>
                  </a:lnTo>
                  <a:lnTo>
                    <a:pt x="482783" y="169711"/>
                  </a:lnTo>
                  <a:lnTo>
                    <a:pt x="495935" y="182863"/>
                  </a:lnTo>
                  <a:cubicBezTo>
                    <a:pt x="502565" y="189493"/>
                    <a:pt x="509777" y="191296"/>
                    <a:pt x="516830" y="184243"/>
                  </a:cubicBezTo>
                  <a:moveTo>
                    <a:pt x="540184" y="160888"/>
                  </a:moveTo>
                  <a:cubicBezTo>
                    <a:pt x="543844" y="157229"/>
                    <a:pt x="546336" y="152191"/>
                    <a:pt x="547238" y="147259"/>
                  </a:cubicBezTo>
                  <a:lnTo>
                    <a:pt x="539813" y="145138"/>
                  </a:lnTo>
                  <a:cubicBezTo>
                    <a:pt x="539018" y="148585"/>
                    <a:pt x="537639" y="151448"/>
                    <a:pt x="535199" y="153888"/>
                  </a:cubicBezTo>
                  <a:cubicBezTo>
                    <a:pt x="530798" y="158290"/>
                    <a:pt x="525070" y="158926"/>
                    <a:pt x="519554" y="154684"/>
                  </a:cubicBezTo>
                  <a:lnTo>
                    <a:pt x="537851" y="136387"/>
                  </a:lnTo>
                  <a:cubicBezTo>
                    <a:pt x="537374" y="135485"/>
                    <a:pt x="536101" y="133895"/>
                    <a:pt x="534616" y="132410"/>
                  </a:cubicBezTo>
                  <a:cubicBezTo>
                    <a:pt x="526449" y="124243"/>
                    <a:pt x="516214" y="122492"/>
                    <a:pt x="508046" y="130660"/>
                  </a:cubicBezTo>
                  <a:cubicBezTo>
                    <a:pt x="500993" y="137713"/>
                    <a:pt x="500198" y="150494"/>
                    <a:pt x="509797" y="160093"/>
                  </a:cubicBezTo>
                  <a:cubicBezTo>
                    <a:pt x="519608" y="169904"/>
                    <a:pt x="531858" y="169214"/>
                    <a:pt x="540184" y="160888"/>
                  </a:cubicBezTo>
                  <a:moveTo>
                    <a:pt x="514252" y="149593"/>
                  </a:moveTo>
                  <a:cubicBezTo>
                    <a:pt x="510539" y="144713"/>
                    <a:pt x="511069" y="139728"/>
                    <a:pt x="514198" y="136599"/>
                  </a:cubicBezTo>
                  <a:cubicBezTo>
                    <a:pt x="518017" y="132781"/>
                    <a:pt x="522365" y="133523"/>
                    <a:pt x="526343" y="137501"/>
                  </a:cubicBezTo>
                  <a:lnTo>
                    <a:pt x="514252" y="149593"/>
                  </a:lnTo>
                  <a:moveTo>
                    <a:pt x="557317" y="142271"/>
                  </a:moveTo>
                  <a:lnTo>
                    <a:pt x="565113" y="134475"/>
                  </a:lnTo>
                  <a:lnTo>
                    <a:pt x="547400" y="116762"/>
                  </a:lnTo>
                  <a:cubicBezTo>
                    <a:pt x="544748" y="110822"/>
                    <a:pt x="546021" y="106474"/>
                    <a:pt x="548354" y="104140"/>
                  </a:cubicBezTo>
                  <a:cubicBezTo>
                    <a:pt x="549574" y="102920"/>
                    <a:pt x="550582" y="102231"/>
                    <a:pt x="551960" y="101488"/>
                  </a:cubicBezTo>
                  <a:lnTo>
                    <a:pt x="546551" y="93427"/>
                  </a:lnTo>
                  <a:cubicBezTo>
                    <a:pt x="545279" y="93958"/>
                    <a:pt x="544059" y="94647"/>
                    <a:pt x="542415" y="96291"/>
                  </a:cubicBezTo>
                  <a:cubicBezTo>
                    <a:pt x="539339" y="99367"/>
                    <a:pt x="538278" y="104671"/>
                    <a:pt x="539975" y="110716"/>
                  </a:cubicBezTo>
                  <a:lnTo>
                    <a:pt x="539816" y="110875"/>
                  </a:lnTo>
                  <a:lnTo>
                    <a:pt x="533983" y="106208"/>
                  </a:lnTo>
                  <a:lnTo>
                    <a:pt x="527618" y="112573"/>
                  </a:lnTo>
                  <a:lnTo>
                    <a:pt x="557317" y="142271"/>
                  </a:lnTo>
                </a:path>
              </a:pathLst>
            </a:custGeom>
            <a:solidFill>
              <a:srgbClr val="999999">
                <a:alpha val="30000"/>
              </a:srgbClr>
            </a:solidFill>
          </p:spPr>
        </p:sp>
        <p:sp>
          <p:nvSpPr>
            <p:cNvPr id="218" name="shape218"/>
            <p:cNvSpPr/>
            <p:nvPr/>
          </p:nvSpPr>
          <p:spPr>
            <a:xfrm>
              <a:off x="6866099" y="0"/>
              <a:ext cx="2760000" cy="2760000"/>
            </a:xfrm>
            <a:custGeom>
              <a:avLst/>
              <a:gdLst/>
              <a:ahLst/>
              <a:cxnLst/>
              <a:rect l="0" t="0" r="0" b="0"/>
              <a:pathLst>
                <a:path w="2760000" h="2760000">
                  <a:moveTo>
                    <a:pt x="0" y="0"/>
                  </a:moveTo>
                  <a:lnTo>
                    <a:pt x="2288700" y="0"/>
                  </a:lnTo>
                  <a:lnTo>
                    <a:pt x="2288700" y="653914"/>
                  </a:lnTo>
                  <a:lnTo>
                    <a:pt x="210560" y="653914"/>
                  </a:lnTo>
                  <a:cubicBezTo>
                    <a:pt x="136081" y="653914"/>
                    <a:pt x="98841" y="653914"/>
                    <a:pt x="70495" y="639189"/>
                  </a:cubicBezTo>
                  <a:cubicBezTo>
                    <a:pt x="46609" y="626782"/>
                    <a:pt x="27132" y="607306"/>
                    <a:pt x="14724" y="583419"/>
                  </a:cubicBezTo>
                  <a:cubicBezTo>
                    <a:pt x="0" y="555073"/>
                    <a:pt x="0" y="517833"/>
                    <a:pt x="0" y="443354"/>
                  </a:cubicBezTo>
                  <a:lnTo>
                    <a:pt x="0" y="0"/>
                  </a:lnTo>
                </a:path>
              </a:pathLst>
            </a:custGeom>
            <a:solidFill>
              <a:srgbClr val="14AF78"/>
            </a:solidFill>
          </p:spPr>
        </p:sp>
        <p:sp>
          <p:nvSpPr>
            <p:cNvPr id="219" name="shape219"/>
            <p:cNvSpPr/>
            <p:nvPr/>
          </p:nvSpPr>
          <p:spPr>
            <a:xfrm>
              <a:off x="6866099" y="0"/>
              <a:ext cx="2760000" cy="2760000"/>
            </a:xfrm>
            <a:custGeom>
              <a:avLst/>
              <a:gdLst/>
              <a:ahLst/>
              <a:cxnLst/>
              <a:rect l="0" t="0" r="0" b="0"/>
              <a:pathLst>
                <a:path w="2760000" h="2760000">
                  <a:moveTo>
                    <a:pt x="686610" y="192762"/>
                  </a:moveTo>
                  <a:cubicBezTo>
                    <a:pt x="686610" y="149503"/>
                    <a:pt x="721678" y="114435"/>
                    <a:pt x="764937" y="114435"/>
                  </a:cubicBezTo>
                  <a:lnTo>
                    <a:pt x="951588" y="114435"/>
                  </a:lnTo>
                  <a:cubicBezTo>
                    <a:pt x="994847" y="114435"/>
                    <a:pt x="1029915" y="149503"/>
                    <a:pt x="1029915" y="192762"/>
                  </a:cubicBezTo>
                  <a:lnTo>
                    <a:pt x="1029915" y="379413"/>
                  </a:lnTo>
                  <a:cubicBezTo>
                    <a:pt x="1029915" y="422672"/>
                    <a:pt x="994847" y="457740"/>
                    <a:pt x="951588" y="457740"/>
                  </a:cubicBezTo>
                  <a:lnTo>
                    <a:pt x="764937" y="457740"/>
                  </a:lnTo>
                  <a:cubicBezTo>
                    <a:pt x="721678" y="457740"/>
                    <a:pt x="686610" y="422672"/>
                    <a:pt x="686610" y="379413"/>
                  </a:cubicBezTo>
                  <a:lnTo>
                    <a:pt x="686610" y="192762"/>
                  </a:lnTo>
                </a:path>
              </a:pathLst>
            </a:custGeom>
            <a:gradFill>
              <a:gsLst>
                <a:gs pos="0">
                  <a:srgbClr val="008899"/>
                </a:gs>
                <a:gs pos="100000">
                  <a:srgbClr val="66FF66"/>
                </a:gs>
              </a:gsLst>
              <a:lin ang="13500000" scaled="0"/>
            </a:gradFill>
          </p:spPr>
        </p:sp>
        <p:sp>
          <p:nvSpPr>
            <p:cNvPr id="220" name="shape220"/>
            <p:cNvSpPr/>
            <p:nvPr/>
          </p:nvSpPr>
          <p:spPr>
            <a:xfrm>
              <a:off x="6866099" y="0"/>
              <a:ext cx="2760000" cy="2760000"/>
            </a:xfrm>
            <a:custGeom>
              <a:avLst/>
              <a:gdLst/>
              <a:ahLst/>
              <a:cxnLst/>
              <a:rect l="0" t="0" r="0" b="0"/>
              <a:pathLst>
                <a:path w="2760000" h="2760000">
                  <a:moveTo>
                    <a:pt x="916588" y="222309"/>
                  </a:moveTo>
                  <a:cubicBezTo>
                    <a:pt x="923689" y="229411"/>
                    <a:pt x="923689" y="240924"/>
                    <a:pt x="916587" y="248027"/>
                  </a:cubicBezTo>
                  <a:lnTo>
                    <a:pt x="825663" y="338950"/>
                  </a:lnTo>
                  <a:cubicBezTo>
                    <a:pt x="818562" y="346052"/>
                    <a:pt x="807048" y="346052"/>
                    <a:pt x="799946" y="338950"/>
                  </a:cubicBezTo>
                  <a:cubicBezTo>
                    <a:pt x="792845" y="331849"/>
                    <a:pt x="792845" y="320335"/>
                    <a:pt x="799946" y="313234"/>
                  </a:cubicBezTo>
                  <a:lnTo>
                    <a:pt x="890870" y="222310"/>
                  </a:lnTo>
                  <a:cubicBezTo>
                    <a:pt x="897972" y="215208"/>
                    <a:pt x="909486" y="215208"/>
                    <a:pt x="916588" y="222309"/>
                  </a:cubicBezTo>
                </a:path>
              </a:pathLst>
            </a:custGeom>
            <a:solidFill>
              <a:srgbClr val="F3F8F9"/>
            </a:solidFill>
          </p:spPr>
        </p:sp>
        <p:sp>
          <p:nvSpPr>
            <p:cNvPr id="221" name="shape221"/>
            <p:cNvSpPr/>
            <p:nvPr/>
          </p:nvSpPr>
          <p:spPr>
            <a:xfrm>
              <a:off x="6866099" y="0"/>
              <a:ext cx="2760000" cy="2760000"/>
            </a:xfrm>
            <a:custGeom>
              <a:avLst/>
              <a:gdLst/>
              <a:ahLst/>
              <a:cxnLst/>
              <a:rect l="0" t="0" r="0" b="0"/>
              <a:pathLst>
                <a:path w="2760000" h="2760000">
                  <a:moveTo>
                    <a:pt x="785529" y="233606"/>
                  </a:moveTo>
                  <a:lnTo>
                    <a:pt x="785529" y="327651"/>
                  </a:lnTo>
                  <a:lnTo>
                    <a:pt x="799947" y="313233"/>
                  </a:lnTo>
                  <a:cubicBezTo>
                    <a:pt x="807049" y="306132"/>
                    <a:pt x="818563" y="306132"/>
                    <a:pt x="825664" y="313233"/>
                  </a:cubicBezTo>
                  <a:cubicBezTo>
                    <a:pt x="832765" y="320334"/>
                    <a:pt x="832765" y="331848"/>
                    <a:pt x="825664" y="338950"/>
                  </a:cubicBezTo>
                  <a:lnTo>
                    <a:pt x="795724" y="368890"/>
                  </a:lnTo>
                  <a:cubicBezTo>
                    <a:pt x="778540" y="386073"/>
                    <a:pt x="749159" y="373903"/>
                    <a:pt x="749160" y="349602"/>
                  </a:cubicBezTo>
                  <a:lnTo>
                    <a:pt x="749159" y="211657"/>
                  </a:lnTo>
                  <a:cubicBezTo>
                    <a:pt x="749159" y="187355"/>
                    <a:pt x="778540" y="175185"/>
                    <a:pt x="795724" y="192368"/>
                  </a:cubicBezTo>
                  <a:lnTo>
                    <a:pt x="931007" y="327651"/>
                  </a:lnTo>
                  <a:lnTo>
                    <a:pt x="931007" y="233606"/>
                  </a:lnTo>
                  <a:lnTo>
                    <a:pt x="916589" y="248025"/>
                  </a:lnTo>
                  <a:cubicBezTo>
                    <a:pt x="909486" y="255127"/>
                    <a:pt x="897972" y="255127"/>
                    <a:pt x="890871" y="248026"/>
                  </a:cubicBezTo>
                  <a:cubicBezTo>
                    <a:pt x="883770" y="240924"/>
                    <a:pt x="883770" y="229411"/>
                    <a:pt x="890872" y="222308"/>
                  </a:cubicBezTo>
                  <a:lnTo>
                    <a:pt x="920811" y="192369"/>
                  </a:lnTo>
                  <a:cubicBezTo>
                    <a:pt x="937995" y="175185"/>
                    <a:pt x="967377" y="187354"/>
                    <a:pt x="967376" y="211656"/>
                  </a:cubicBezTo>
                  <a:lnTo>
                    <a:pt x="967376" y="349602"/>
                  </a:lnTo>
                  <a:cubicBezTo>
                    <a:pt x="967377" y="373903"/>
                    <a:pt x="937995" y="386073"/>
                    <a:pt x="920812" y="368890"/>
                  </a:cubicBezTo>
                  <a:lnTo>
                    <a:pt x="785529" y="233606"/>
                  </a:lnTo>
                </a:path>
              </a:pathLst>
            </a:custGeom>
            <a:solidFill>
              <a:srgbClr val="FFFFFF"/>
            </a:solidFill>
          </p:spPr>
        </p:sp>
        <p:sp>
          <p:nvSpPr>
            <p:cNvPr id="222" name="shape222"/>
            <p:cNvSpPr/>
            <p:nvPr/>
          </p:nvSpPr>
          <p:spPr>
            <a:xfrm>
              <a:off x="6866099" y="0"/>
              <a:ext cx="2760000" cy="2760000"/>
            </a:xfrm>
            <a:custGeom>
              <a:avLst/>
              <a:gdLst/>
              <a:ahLst/>
              <a:cxnLst/>
              <a:rect l="0" t="0" r="0" b="0"/>
              <a:pathLst>
                <a:path w="2760000" h="2760000">
                  <a:moveTo>
                    <a:pt x="1123420" y="100063"/>
                  </a:moveTo>
                  <a:cubicBezTo>
                    <a:pt x="1115246" y="123277"/>
                    <a:pt x="1100860" y="146491"/>
                    <a:pt x="1086147" y="161204"/>
                  </a:cubicBezTo>
                  <a:cubicBezTo>
                    <a:pt x="1089580" y="165945"/>
                    <a:pt x="1094812" y="176571"/>
                    <a:pt x="1096610" y="181312"/>
                  </a:cubicBezTo>
                  <a:cubicBezTo>
                    <a:pt x="1100370" y="177225"/>
                    <a:pt x="1104130" y="172648"/>
                    <a:pt x="1107890" y="167906"/>
                  </a:cubicBezTo>
                  <a:lnTo>
                    <a:pt x="1107890" y="251935"/>
                  </a:lnTo>
                  <a:lnTo>
                    <a:pt x="1126853" y="251935"/>
                  </a:lnTo>
                  <a:lnTo>
                    <a:pt x="1126853" y="138317"/>
                  </a:lnTo>
                  <a:cubicBezTo>
                    <a:pt x="1132575" y="127691"/>
                    <a:pt x="1137643" y="116574"/>
                    <a:pt x="1141730" y="105621"/>
                  </a:cubicBezTo>
                  <a:lnTo>
                    <a:pt x="1123420" y="100063"/>
                  </a:lnTo>
                  <a:moveTo>
                    <a:pt x="1175734" y="228557"/>
                  </a:moveTo>
                  <a:cubicBezTo>
                    <a:pt x="1166415" y="228557"/>
                    <a:pt x="1161020" y="226105"/>
                    <a:pt x="1161020" y="220057"/>
                  </a:cubicBezTo>
                  <a:cubicBezTo>
                    <a:pt x="1161020" y="211882"/>
                    <a:pt x="1165271" y="200112"/>
                    <a:pt x="1232787" y="122296"/>
                  </a:cubicBezTo>
                  <a:cubicBezTo>
                    <a:pt x="1233768" y="121315"/>
                    <a:pt x="1234749" y="120171"/>
                    <a:pt x="1235240" y="119190"/>
                  </a:cubicBezTo>
                  <a:lnTo>
                    <a:pt x="1222979" y="112651"/>
                  </a:lnTo>
                  <a:lnTo>
                    <a:pt x="1218565" y="113305"/>
                  </a:lnTo>
                  <a:lnTo>
                    <a:pt x="1146144" y="113305"/>
                  </a:lnTo>
                  <a:lnTo>
                    <a:pt x="1146144" y="131614"/>
                  </a:lnTo>
                  <a:lnTo>
                    <a:pt x="1199765" y="131614"/>
                  </a:lnTo>
                  <a:cubicBezTo>
                    <a:pt x="1144672" y="198477"/>
                    <a:pt x="1141566" y="210575"/>
                    <a:pt x="1141566" y="222181"/>
                  </a:cubicBezTo>
                  <a:cubicBezTo>
                    <a:pt x="1141566" y="237385"/>
                    <a:pt x="1152029" y="247357"/>
                    <a:pt x="1176387" y="247357"/>
                  </a:cubicBezTo>
                  <a:lnTo>
                    <a:pt x="1208920" y="247357"/>
                  </a:lnTo>
                  <a:cubicBezTo>
                    <a:pt x="1229354" y="247357"/>
                    <a:pt x="1236711" y="240164"/>
                    <a:pt x="1239000" y="204526"/>
                  </a:cubicBezTo>
                  <a:cubicBezTo>
                    <a:pt x="1233605" y="203709"/>
                    <a:pt x="1226902" y="201092"/>
                    <a:pt x="1221835" y="198314"/>
                  </a:cubicBezTo>
                  <a:cubicBezTo>
                    <a:pt x="1220853" y="224307"/>
                    <a:pt x="1218402" y="228557"/>
                    <a:pt x="1210391" y="228557"/>
                  </a:cubicBezTo>
                  <a:lnTo>
                    <a:pt x="1175734" y="228557"/>
                  </a:lnTo>
                  <a:moveTo>
                    <a:pt x="1357195" y="229211"/>
                  </a:moveTo>
                  <a:lnTo>
                    <a:pt x="1365205" y="216297"/>
                  </a:lnTo>
                  <a:cubicBezTo>
                    <a:pt x="1348531" y="210575"/>
                    <a:pt x="1320902" y="204689"/>
                    <a:pt x="1298833" y="202401"/>
                  </a:cubicBezTo>
                  <a:lnTo>
                    <a:pt x="1290005" y="214988"/>
                  </a:lnTo>
                  <a:cubicBezTo>
                    <a:pt x="1311584" y="217441"/>
                    <a:pt x="1338068" y="223326"/>
                    <a:pt x="1354415" y="229211"/>
                  </a:cubicBezTo>
                  <a:lnTo>
                    <a:pt x="1277090" y="229211"/>
                  </a:lnTo>
                  <a:lnTo>
                    <a:pt x="1277090" y="180822"/>
                  </a:lnTo>
                  <a:cubicBezTo>
                    <a:pt x="1279870" y="184745"/>
                    <a:pt x="1282812" y="190303"/>
                    <a:pt x="1284119" y="194063"/>
                  </a:cubicBezTo>
                  <a:cubicBezTo>
                    <a:pt x="1292947" y="191938"/>
                    <a:pt x="1302102" y="189159"/>
                    <a:pt x="1310930" y="185726"/>
                  </a:cubicBezTo>
                  <a:lnTo>
                    <a:pt x="1304881" y="194063"/>
                  </a:lnTo>
                  <a:cubicBezTo>
                    <a:pt x="1318614" y="197006"/>
                    <a:pt x="1335943" y="202891"/>
                    <a:pt x="1345587" y="207305"/>
                  </a:cubicBezTo>
                  <a:lnTo>
                    <a:pt x="1353435" y="195371"/>
                  </a:lnTo>
                  <a:cubicBezTo>
                    <a:pt x="1344280" y="191284"/>
                    <a:pt x="1328913" y="186544"/>
                    <a:pt x="1315998" y="183764"/>
                  </a:cubicBezTo>
                  <a:cubicBezTo>
                    <a:pt x="1320412" y="181802"/>
                    <a:pt x="1324826" y="179840"/>
                    <a:pt x="1329077" y="177552"/>
                  </a:cubicBezTo>
                  <a:cubicBezTo>
                    <a:pt x="1341664" y="184091"/>
                    <a:pt x="1355560" y="188995"/>
                    <a:pt x="1369783" y="191938"/>
                  </a:cubicBezTo>
                  <a:cubicBezTo>
                    <a:pt x="1371581" y="188505"/>
                    <a:pt x="1375177" y="183274"/>
                    <a:pt x="1378447" y="179514"/>
                  </a:cubicBezTo>
                  <a:lnTo>
                    <a:pt x="1378447" y="229211"/>
                  </a:lnTo>
                  <a:lnTo>
                    <a:pt x="1357195" y="229211"/>
                  </a:lnTo>
                  <a:moveTo>
                    <a:pt x="1312401" y="123114"/>
                  </a:moveTo>
                  <a:cubicBezTo>
                    <a:pt x="1304391" y="135211"/>
                    <a:pt x="1291149" y="146654"/>
                    <a:pt x="1277908" y="154174"/>
                  </a:cubicBezTo>
                  <a:cubicBezTo>
                    <a:pt x="1281504" y="156790"/>
                    <a:pt x="1287716" y="162512"/>
                    <a:pt x="1290659" y="165618"/>
                  </a:cubicBezTo>
                  <a:cubicBezTo>
                    <a:pt x="1293929" y="163493"/>
                    <a:pt x="1297362" y="161040"/>
                    <a:pt x="1300631" y="158262"/>
                  </a:cubicBezTo>
                  <a:cubicBezTo>
                    <a:pt x="1304064" y="161531"/>
                    <a:pt x="1307988" y="164637"/>
                    <a:pt x="1312238" y="167743"/>
                  </a:cubicBezTo>
                  <a:cubicBezTo>
                    <a:pt x="1301122" y="172157"/>
                    <a:pt x="1288861" y="175590"/>
                    <a:pt x="1277090" y="177879"/>
                  </a:cubicBezTo>
                  <a:lnTo>
                    <a:pt x="1277090" y="123114"/>
                  </a:lnTo>
                  <a:lnTo>
                    <a:pt x="1312401" y="123114"/>
                  </a:lnTo>
                  <a:moveTo>
                    <a:pt x="1344443" y="149924"/>
                  </a:moveTo>
                  <a:cubicBezTo>
                    <a:pt x="1339703" y="153684"/>
                    <a:pt x="1334471" y="157280"/>
                    <a:pt x="1328259" y="160223"/>
                  </a:cubicBezTo>
                  <a:cubicBezTo>
                    <a:pt x="1322374" y="157280"/>
                    <a:pt x="1317306" y="153684"/>
                    <a:pt x="1313056" y="149924"/>
                  </a:cubicBezTo>
                  <a:lnTo>
                    <a:pt x="1344443" y="149924"/>
                  </a:lnTo>
                  <a:moveTo>
                    <a:pt x="1378447" y="177061"/>
                  </a:moveTo>
                  <a:cubicBezTo>
                    <a:pt x="1367167" y="174936"/>
                    <a:pt x="1355724" y="171994"/>
                    <a:pt x="1345424" y="168070"/>
                  </a:cubicBezTo>
                  <a:cubicBezTo>
                    <a:pt x="1356541" y="160387"/>
                    <a:pt x="1366186" y="151559"/>
                    <a:pt x="1372725" y="141423"/>
                  </a:cubicBezTo>
                  <a:lnTo>
                    <a:pt x="1361772" y="134884"/>
                  </a:lnTo>
                  <a:lnTo>
                    <a:pt x="1358993" y="135538"/>
                  </a:lnTo>
                  <a:lnTo>
                    <a:pt x="1323355" y="135538"/>
                  </a:lnTo>
                  <a:cubicBezTo>
                    <a:pt x="1325316" y="133086"/>
                    <a:pt x="1327115" y="130470"/>
                    <a:pt x="1328749" y="128018"/>
                  </a:cubicBezTo>
                  <a:lnTo>
                    <a:pt x="1314854" y="123114"/>
                  </a:lnTo>
                  <a:lnTo>
                    <a:pt x="1378447" y="123114"/>
                  </a:lnTo>
                  <a:lnTo>
                    <a:pt x="1378447" y="177061"/>
                  </a:lnTo>
                  <a:moveTo>
                    <a:pt x="1258454" y="105621"/>
                  </a:moveTo>
                  <a:lnTo>
                    <a:pt x="1258454" y="252261"/>
                  </a:lnTo>
                  <a:lnTo>
                    <a:pt x="1277090" y="252261"/>
                  </a:lnTo>
                  <a:lnTo>
                    <a:pt x="1277090" y="246377"/>
                  </a:lnTo>
                  <a:lnTo>
                    <a:pt x="1378447" y="246377"/>
                  </a:lnTo>
                  <a:lnTo>
                    <a:pt x="1378447" y="252261"/>
                  </a:lnTo>
                  <a:lnTo>
                    <a:pt x="1398064" y="252261"/>
                  </a:lnTo>
                  <a:lnTo>
                    <a:pt x="1398064" y="105621"/>
                  </a:lnTo>
                  <a:lnTo>
                    <a:pt x="1258454" y="105621"/>
                  </a:lnTo>
                  <a:moveTo>
                    <a:pt x="1438934" y="180658"/>
                  </a:moveTo>
                  <a:cubicBezTo>
                    <a:pt x="1439097" y="175100"/>
                    <a:pt x="1439097" y="169868"/>
                    <a:pt x="1439097" y="165291"/>
                  </a:cubicBezTo>
                  <a:lnTo>
                    <a:pt x="1439097" y="159242"/>
                  </a:lnTo>
                  <a:lnTo>
                    <a:pt x="1452012" y="159242"/>
                  </a:lnTo>
                  <a:lnTo>
                    <a:pt x="1452012" y="180658"/>
                  </a:lnTo>
                  <a:lnTo>
                    <a:pt x="1438934" y="180658"/>
                  </a:lnTo>
                  <a:moveTo>
                    <a:pt x="1452012" y="120171"/>
                  </a:moveTo>
                  <a:lnTo>
                    <a:pt x="1452012" y="143548"/>
                  </a:lnTo>
                  <a:lnTo>
                    <a:pt x="1439097" y="143548"/>
                  </a:lnTo>
                  <a:lnTo>
                    <a:pt x="1439097" y="120171"/>
                  </a:lnTo>
                  <a:lnTo>
                    <a:pt x="1452012" y="120171"/>
                  </a:lnTo>
                  <a:moveTo>
                    <a:pt x="1468197" y="105131"/>
                  </a:moveTo>
                  <a:lnTo>
                    <a:pt x="1422259" y="105131"/>
                  </a:lnTo>
                  <a:lnTo>
                    <a:pt x="1422259" y="165455"/>
                  </a:lnTo>
                  <a:cubicBezTo>
                    <a:pt x="1422259" y="188505"/>
                    <a:pt x="1421605" y="220057"/>
                    <a:pt x="1413104" y="241799"/>
                  </a:cubicBezTo>
                  <a:cubicBezTo>
                    <a:pt x="1416701" y="243433"/>
                    <a:pt x="1424221" y="249483"/>
                    <a:pt x="1427000" y="252752"/>
                  </a:cubicBezTo>
                  <a:cubicBezTo>
                    <a:pt x="1433539" y="237549"/>
                    <a:pt x="1436645" y="216460"/>
                    <a:pt x="1438117" y="196843"/>
                  </a:cubicBezTo>
                  <a:lnTo>
                    <a:pt x="1452012" y="196843"/>
                  </a:lnTo>
                  <a:lnTo>
                    <a:pt x="1452012" y="231500"/>
                  </a:lnTo>
                  <a:cubicBezTo>
                    <a:pt x="1452012" y="233462"/>
                    <a:pt x="1451522" y="233952"/>
                    <a:pt x="1449723" y="234116"/>
                  </a:cubicBezTo>
                  <a:cubicBezTo>
                    <a:pt x="1447925" y="234116"/>
                    <a:pt x="1443184" y="234116"/>
                    <a:pt x="1438280" y="233789"/>
                  </a:cubicBezTo>
                  <a:cubicBezTo>
                    <a:pt x="1440405" y="238366"/>
                    <a:pt x="1442694" y="246050"/>
                    <a:pt x="1443184" y="250627"/>
                  </a:cubicBezTo>
                  <a:cubicBezTo>
                    <a:pt x="1451849" y="250627"/>
                    <a:pt x="1457897" y="250300"/>
                    <a:pt x="1462475" y="247194"/>
                  </a:cubicBezTo>
                  <a:cubicBezTo>
                    <a:pt x="1467052" y="244415"/>
                    <a:pt x="1468197" y="239510"/>
                    <a:pt x="1468197" y="231663"/>
                  </a:cubicBezTo>
                  <a:lnTo>
                    <a:pt x="1468197" y="105131"/>
                  </a:lnTo>
                  <a:moveTo>
                    <a:pt x="1493372" y="227249"/>
                  </a:moveTo>
                  <a:lnTo>
                    <a:pt x="1493372" y="212373"/>
                  </a:lnTo>
                  <a:cubicBezTo>
                    <a:pt x="1496805" y="215806"/>
                    <a:pt x="1500892" y="220220"/>
                    <a:pt x="1502527" y="222835"/>
                  </a:cubicBezTo>
                  <a:cubicBezTo>
                    <a:pt x="1508903" y="216297"/>
                    <a:pt x="1514788" y="208122"/>
                    <a:pt x="1520019" y="199131"/>
                  </a:cubicBezTo>
                  <a:cubicBezTo>
                    <a:pt x="1524924" y="206161"/>
                    <a:pt x="1529174" y="212864"/>
                    <a:pt x="1531790" y="218422"/>
                  </a:cubicBezTo>
                  <a:lnTo>
                    <a:pt x="1543560" y="208940"/>
                  </a:lnTo>
                  <a:lnTo>
                    <a:pt x="1543560" y="227249"/>
                  </a:lnTo>
                  <a:lnTo>
                    <a:pt x="1493372" y="227249"/>
                  </a:lnTo>
                  <a:moveTo>
                    <a:pt x="1493372" y="164637"/>
                  </a:moveTo>
                  <a:cubicBezTo>
                    <a:pt x="1498767" y="170849"/>
                    <a:pt x="1504325" y="177716"/>
                    <a:pt x="1509556" y="184582"/>
                  </a:cubicBezTo>
                  <a:cubicBezTo>
                    <a:pt x="1504816" y="193246"/>
                    <a:pt x="1499421" y="201092"/>
                    <a:pt x="1493372" y="207305"/>
                  </a:cubicBezTo>
                  <a:lnTo>
                    <a:pt x="1493372" y="164637"/>
                  </a:lnTo>
                  <a:moveTo>
                    <a:pt x="1543560" y="203872"/>
                  </a:moveTo>
                  <a:cubicBezTo>
                    <a:pt x="1539800" y="197496"/>
                    <a:pt x="1534569" y="190140"/>
                    <a:pt x="1528683" y="182620"/>
                  </a:cubicBezTo>
                  <a:cubicBezTo>
                    <a:pt x="1534078" y="170849"/>
                    <a:pt x="1538493" y="158098"/>
                    <a:pt x="1542089" y="145183"/>
                  </a:cubicBezTo>
                  <a:lnTo>
                    <a:pt x="1526068" y="141423"/>
                  </a:lnTo>
                  <a:cubicBezTo>
                    <a:pt x="1523779" y="150741"/>
                    <a:pt x="1520837" y="159733"/>
                    <a:pt x="1517404" y="168397"/>
                  </a:cubicBezTo>
                  <a:cubicBezTo>
                    <a:pt x="1512663" y="162839"/>
                    <a:pt x="1507922" y="157607"/>
                    <a:pt x="1503508" y="152867"/>
                  </a:cubicBezTo>
                  <a:lnTo>
                    <a:pt x="1493372" y="160550"/>
                  </a:lnTo>
                  <a:lnTo>
                    <a:pt x="1493372" y="150251"/>
                  </a:lnTo>
                  <a:lnTo>
                    <a:pt x="1475390" y="150251"/>
                  </a:lnTo>
                  <a:lnTo>
                    <a:pt x="1475390" y="245232"/>
                  </a:lnTo>
                  <a:lnTo>
                    <a:pt x="1543560" y="245232"/>
                  </a:lnTo>
                  <a:lnTo>
                    <a:pt x="1543560" y="251935"/>
                  </a:lnTo>
                  <a:lnTo>
                    <a:pt x="1561380" y="251935"/>
                  </a:lnTo>
                  <a:lnTo>
                    <a:pt x="1561380" y="150087"/>
                  </a:lnTo>
                  <a:lnTo>
                    <a:pt x="1543560" y="150087"/>
                  </a:lnTo>
                  <a:lnTo>
                    <a:pt x="1543560" y="203872"/>
                  </a:lnTo>
                  <a:moveTo>
                    <a:pt x="1530482" y="121969"/>
                  </a:moveTo>
                  <a:cubicBezTo>
                    <a:pt x="1527539" y="115430"/>
                    <a:pt x="1521981" y="105948"/>
                    <a:pt x="1517731" y="98919"/>
                  </a:cubicBezTo>
                  <a:lnTo>
                    <a:pt x="1500402" y="104804"/>
                  </a:lnTo>
                  <a:cubicBezTo>
                    <a:pt x="1503181" y="110035"/>
                    <a:pt x="1506614" y="116247"/>
                    <a:pt x="1509229" y="121969"/>
                  </a:cubicBezTo>
                  <a:lnTo>
                    <a:pt x="1472283" y="121969"/>
                  </a:lnTo>
                  <a:lnTo>
                    <a:pt x="1472283" y="140115"/>
                  </a:lnTo>
                  <a:lnTo>
                    <a:pt x="1565303" y="140115"/>
                  </a:lnTo>
                  <a:lnTo>
                    <a:pt x="1565303" y="121969"/>
                  </a:lnTo>
                  <a:lnTo>
                    <a:pt x="1530482" y="121969"/>
                  </a:lnTo>
                  <a:moveTo>
                    <a:pt x="1684152" y="229211"/>
                  </a:moveTo>
                  <a:lnTo>
                    <a:pt x="1692162" y="216297"/>
                  </a:lnTo>
                  <a:cubicBezTo>
                    <a:pt x="1675487" y="210575"/>
                    <a:pt x="1647860" y="204689"/>
                    <a:pt x="1625790" y="202401"/>
                  </a:cubicBezTo>
                  <a:lnTo>
                    <a:pt x="1616962" y="214988"/>
                  </a:lnTo>
                  <a:cubicBezTo>
                    <a:pt x="1638541" y="217441"/>
                    <a:pt x="1665025" y="223326"/>
                    <a:pt x="1681373" y="229211"/>
                  </a:cubicBezTo>
                  <a:lnTo>
                    <a:pt x="1604047" y="229211"/>
                  </a:lnTo>
                  <a:lnTo>
                    <a:pt x="1604047" y="180822"/>
                  </a:lnTo>
                  <a:cubicBezTo>
                    <a:pt x="1606826" y="184745"/>
                    <a:pt x="1609769" y="190303"/>
                    <a:pt x="1611077" y="194063"/>
                  </a:cubicBezTo>
                  <a:cubicBezTo>
                    <a:pt x="1619905" y="191938"/>
                    <a:pt x="1629059" y="189159"/>
                    <a:pt x="1637887" y="185726"/>
                  </a:cubicBezTo>
                  <a:lnTo>
                    <a:pt x="1631839" y="194063"/>
                  </a:lnTo>
                  <a:cubicBezTo>
                    <a:pt x="1645571" y="197006"/>
                    <a:pt x="1662899" y="202891"/>
                    <a:pt x="1672545" y="207305"/>
                  </a:cubicBezTo>
                  <a:lnTo>
                    <a:pt x="1680392" y="195371"/>
                  </a:lnTo>
                  <a:cubicBezTo>
                    <a:pt x="1671237" y="191284"/>
                    <a:pt x="1655870" y="186544"/>
                    <a:pt x="1642955" y="183764"/>
                  </a:cubicBezTo>
                  <a:cubicBezTo>
                    <a:pt x="1647369" y="181802"/>
                    <a:pt x="1651783" y="179840"/>
                    <a:pt x="1656033" y="177552"/>
                  </a:cubicBezTo>
                  <a:cubicBezTo>
                    <a:pt x="1668621" y="184091"/>
                    <a:pt x="1682517" y="188995"/>
                    <a:pt x="1696740" y="191938"/>
                  </a:cubicBezTo>
                  <a:cubicBezTo>
                    <a:pt x="1698538" y="188505"/>
                    <a:pt x="1702135" y="183274"/>
                    <a:pt x="1705404" y="179514"/>
                  </a:cubicBezTo>
                  <a:lnTo>
                    <a:pt x="1705404" y="229211"/>
                  </a:lnTo>
                  <a:lnTo>
                    <a:pt x="1684152" y="229211"/>
                  </a:lnTo>
                  <a:moveTo>
                    <a:pt x="1639358" y="123114"/>
                  </a:moveTo>
                  <a:cubicBezTo>
                    <a:pt x="1631348" y="135211"/>
                    <a:pt x="1618106" y="146654"/>
                    <a:pt x="1604865" y="154174"/>
                  </a:cubicBezTo>
                  <a:cubicBezTo>
                    <a:pt x="1608461" y="156790"/>
                    <a:pt x="1614673" y="162512"/>
                    <a:pt x="1617616" y="165618"/>
                  </a:cubicBezTo>
                  <a:cubicBezTo>
                    <a:pt x="1620886" y="163493"/>
                    <a:pt x="1624319" y="161040"/>
                    <a:pt x="1627588" y="158262"/>
                  </a:cubicBezTo>
                  <a:cubicBezTo>
                    <a:pt x="1631021" y="161531"/>
                    <a:pt x="1634945" y="164637"/>
                    <a:pt x="1639195" y="167743"/>
                  </a:cubicBezTo>
                  <a:cubicBezTo>
                    <a:pt x="1628079" y="172157"/>
                    <a:pt x="1615818" y="175590"/>
                    <a:pt x="1604047" y="177879"/>
                  </a:cubicBezTo>
                  <a:lnTo>
                    <a:pt x="1604047" y="123114"/>
                  </a:lnTo>
                  <a:lnTo>
                    <a:pt x="1639358" y="123114"/>
                  </a:lnTo>
                  <a:moveTo>
                    <a:pt x="1671400" y="149924"/>
                  </a:moveTo>
                  <a:cubicBezTo>
                    <a:pt x="1666660" y="153684"/>
                    <a:pt x="1661428" y="157280"/>
                    <a:pt x="1655216" y="160223"/>
                  </a:cubicBezTo>
                  <a:cubicBezTo>
                    <a:pt x="1649331" y="157280"/>
                    <a:pt x="1644263" y="153684"/>
                    <a:pt x="1640012" y="149924"/>
                  </a:cubicBezTo>
                  <a:lnTo>
                    <a:pt x="1671400" y="149924"/>
                  </a:lnTo>
                  <a:moveTo>
                    <a:pt x="1705404" y="177061"/>
                  </a:moveTo>
                  <a:cubicBezTo>
                    <a:pt x="1694124" y="174936"/>
                    <a:pt x="1682681" y="171994"/>
                    <a:pt x="1672382" y="168070"/>
                  </a:cubicBezTo>
                  <a:cubicBezTo>
                    <a:pt x="1683497" y="160387"/>
                    <a:pt x="1693143" y="151559"/>
                    <a:pt x="1699682" y="141423"/>
                  </a:cubicBezTo>
                  <a:lnTo>
                    <a:pt x="1688729" y="134884"/>
                  </a:lnTo>
                  <a:lnTo>
                    <a:pt x="1685950" y="135538"/>
                  </a:lnTo>
                  <a:lnTo>
                    <a:pt x="1650311" y="135538"/>
                  </a:lnTo>
                  <a:cubicBezTo>
                    <a:pt x="1652273" y="133086"/>
                    <a:pt x="1654072" y="130470"/>
                    <a:pt x="1655706" y="128018"/>
                  </a:cubicBezTo>
                  <a:lnTo>
                    <a:pt x="1641811" y="123114"/>
                  </a:lnTo>
                  <a:lnTo>
                    <a:pt x="1705404" y="123114"/>
                  </a:lnTo>
                  <a:lnTo>
                    <a:pt x="1705404" y="177061"/>
                  </a:lnTo>
                  <a:moveTo>
                    <a:pt x="1585411" y="105621"/>
                  </a:moveTo>
                  <a:lnTo>
                    <a:pt x="1585411" y="252261"/>
                  </a:lnTo>
                  <a:lnTo>
                    <a:pt x="1604047" y="252261"/>
                  </a:lnTo>
                  <a:lnTo>
                    <a:pt x="1604047" y="246377"/>
                  </a:lnTo>
                  <a:lnTo>
                    <a:pt x="1705404" y="246377"/>
                  </a:lnTo>
                  <a:lnTo>
                    <a:pt x="1705404" y="252261"/>
                  </a:lnTo>
                  <a:lnTo>
                    <a:pt x="1725022" y="252261"/>
                  </a:lnTo>
                  <a:lnTo>
                    <a:pt x="1725022" y="105621"/>
                  </a:lnTo>
                  <a:lnTo>
                    <a:pt x="1585411" y="105621"/>
                  </a:lnTo>
                  <a:moveTo>
                    <a:pt x="1097754" y="430985"/>
                  </a:moveTo>
                  <a:lnTo>
                    <a:pt x="1119497" y="430985"/>
                  </a:lnTo>
                  <a:lnTo>
                    <a:pt x="1119497" y="380469"/>
                  </a:lnTo>
                  <a:cubicBezTo>
                    <a:pt x="1119497" y="369026"/>
                    <a:pt x="1117535" y="352188"/>
                    <a:pt x="1116391" y="340745"/>
                  </a:cubicBezTo>
                  <a:lnTo>
                    <a:pt x="1117045" y="340745"/>
                  </a:lnTo>
                  <a:lnTo>
                    <a:pt x="1126690" y="369190"/>
                  </a:lnTo>
                  <a:lnTo>
                    <a:pt x="1145490" y="420032"/>
                  </a:lnTo>
                  <a:lnTo>
                    <a:pt x="1159385" y="420032"/>
                  </a:lnTo>
                  <a:lnTo>
                    <a:pt x="1178022" y="369190"/>
                  </a:lnTo>
                  <a:lnTo>
                    <a:pt x="1187831" y="340745"/>
                  </a:lnTo>
                  <a:lnTo>
                    <a:pt x="1188648" y="340745"/>
                  </a:lnTo>
                  <a:cubicBezTo>
                    <a:pt x="1187340" y="352188"/>
                    <a:pt x="1185542" y="369026"/>
                    <a:pt x="1185542" y="380469"/>
                  </a:cubicBezTo>
                  <a:lnTo>
                    <a:pt x="1185542" y="430985"/>
                  </a:lnTo>
                  <a:lnTo>
                    <a:pt x="1207612" y="430985"/>
                  </a:lnTo>
                  <a:lnTo>
                    <a:pt x="1207612" y="309847"/>
                  </a:lnTo>
                  <a:lnTo>
                    <a:pt x="1180801" y="309847"/>
                  </a:lnTo>
                  <a:lnTo>
                    <a:pt x="1160693" y="366574"/>
                  </a:lnTo>
                  <a:cubicBezTo>
                    <a:pt x="1158078" y="374094"/>
                    <a:pt x="1155952" y="382104"/>
                    <a:pt x="1153337" y="389788"/>
                  </a:cubicBezTo>
                  <a:lnTo>
                    <a:pt x="1152519" y="389788"/>
                  </a:lnTo>
                  <a:cubicBezTo>
                    <a:pt x="1150067" y="382104"/>
                    <a:pt x="1147779" y="374094"/>
                    <a:pt x="1145163" y="366574"/>
                  </a:cubicBezTo>
                  <a:lnTo>
                    <a:pt x="1124565" y="309847"/>
                  </a:lnTo>
                  <a:lnTo>
                    <a:pt x="1097754" y="309847"/>
                  </a:lnTo>
                  <a:lnTo>
                    <a:pt x="1097754" y="430985"/>
                  </a:lnTo>
                  <a:moveTo>
                    <a:pt x="1235324" y="430985"/>
                  </a:moveTo>
                  <a:lnTo>
                    <a:pt x="1259355" y="430985"/>
                  </a:lnTo>
                  <a:lnTo>
                    <a:pt x="1259355" y="339437"/>
                  </a:lnTo>
                  <a:lnTo>
                    <a:pt x="1235324" y="339437"/>
                  </a:lnTo>
                  <a:lnTo>
                    <a:pt x="1235324" y="430985"/>
                  </a:lnTo>
                  <a:moveTo>
                    <a:pt x="1247422" y="324724"/>
                  </a:moveTo>
                  <a:cubicBezTo>
                    <a:pt x="1255595" y="324724"/>
                    <a:pt x="1261317" y="319492"/>
                    <a:pt x="1261317" y="311481"/>
                  </a:cubicBezTo>
                  <a:cubicBezTo>
                    <a:pt x="1261317" y="303635"/>
                    <a:pt x="1255595" y="298404"/>
                    <a:pt x="1247422" y="298404"/>
                  </a:cubicBezTo>
                  <a:cubicBezTo>
                    <a:pt x="1239084" y="298404"/>
                    <a:pt x="1233362" y="303635"/>
                    <a:pt x="1233362" y="311481"/>
                  </a:cubicBezTo>
                  <a:cubicBezTo>
                    <a:pt x="1233362" y="319492"/>
                    <a:pt x="1239084" y="324724"/>
                    <a:pt x="1247422" y="324724"/>
                  </a:cubicBezTo>
                  <a:moveTo>
                    <a:pt x="1284974" y="430985"/>
                  </a:moveTo>
                  <a:lnTo>
                    <a:pt x="1309005" y="430985"/>
                  </a:lnTo>
                  <a:lnTo>
                    <a:pt x="1309005" y="368045"/>
                  </a:lnTo>
                  <a:cubicBezTo>
                    <a:pt x="1315708" y="361343"/>
                    <a:pt x="1320449" y="357746"/>
                    <a:pt x="1327969" y="357746"/>
                  </a:cubicBezTo>
                  <a:cubicBezTo>
                    <a:pt x="1336960" y="357746"/>
                    <a:pt x="1340883" y="362650"/>
                    <a:pt x="1340883" y="376873"/>
                  </a:cubicBezTo>
                  <a:lnTo>
                    <a:pt x="1340883" y="430985"/>
                  </a:lnTo>
                  <a:lnTo>
                    <a:pt x="1364915" y="430985"/>
                  </a:lnTo>
                  <a:lnTo>
                    <a:pt x="1364915" y="373931"/>
                  </a:lnTo>
                  <a:cubicBezTo>
                    <a:pt x="1364915" y="350880"/>
                    <a:pt x="1356414" y="337148"/>
                    <a:pt x="1336634" y="337148"/>
                  </a:cubicBezTo>
                  <a:cubicBezTo>
                    <a:pt x="1324209" y="337148"/>
                    <a:pt x="1314891" y="343687"/>
                    <a:pt x="1306881" y="351534"/>
                  </a:cubicBezTo>
                  <a:lnTo>
                    <a:pt x="1306390" y="351534"/>
                  </a:lnTo>
                  <a:lnTo>
                    <a:pt x="1304592" y="339437"/>
                  </a:lnTo>
                  <a:lnTo>
                    <a:pt x="1284974" y="339437"/>
                  </a:lnTo>
                  <a:lnTo>
                    <a:pt x="1284974" y="430985"/>
                  </a:lnTo>
                  <a:moveTo>
                    <a:pt x="1421908" y="433273"/>
                  </a:moveTo>
                  <a:cubicBezTo>
                    <a:pt x="1431389" y="433273"/>
                    <a:pt x="1440544" y="428042"/>
                    <a:pt x="1447247" y="421503"/>
                  </a:cubicBezTo>
                  <a:lnTo>
                    <a:pt x="1447901" y="421503"/>
                  </a:lnTo>
                  <a:lnTo>
                    <a:pt x="1449699" y="430985"/>
                  </a:lnTo>
                  <a:lnTo>
                    <a:pt x="1469153" y="430985"/>
                  </a:lnTo>
                  <a:lnTo>
                    <a:pt x="1469153" y="300529"/>
                  </a:lnTo>
                  <a:lnTo>
                    <a:pt x="1445285" y="300529"/>
                  </a:lnTo>
                  <a:lnTo>
                    <a:pt x="1445285" y="332734"/>
                  </a:lnTo>
                  <a:lnTo>
                    <a:pt x="1446103" y="347120"/>
                  </a:lnTo>
                  <a:cubicBezTo>
                    <a:pt x="1439564" y="341072"/>
                    <a:pt x="1433188" y="337148"/>
                    <a:pt x="1422889" y="337148"/>
                  </a:cubicBezTo>
                  <a:cubicBezTo>
                    <a:pt x="1403108" y="337148"/>
                    <a:pt x="1384471" y="355457"/>
                    <a:pt x="1384471" y="385211"/>
                  </a:cubicBezTo>
                  <a:cubicBezTo>
                    <a:pt x="1384471" y="415290"/>
                    <a:pt x="1399184" y="433273"/>
                    <a:pt x="1421908" y="433273"/>
                  </a:cubicBezTo>
                  <a:moveTo>
                    <a:pt x="1428120" y="413492"/>
                  </a:moveTo>
                  <a:cubicBezTo>
                    <a:pt x="1416023" y="413492"/>
                    <a:pt x="1409157" y="404011"/>
                    <a:pt x="1409157" y="385047"/>
                  </a:cubicBezTo>
                  <a:cubicBezTo>
                    <a:pt x="1409157" y="366737"/>
                    <a:pt x="1417821" y="356929"/>
                    <a:pt x="1428120" y="356929"/>
                  </a:cubicBezTo>
                  <a:cubicBezTo>
                    <a:pt x="1433842" y="356929"/>
                    <a:pt x="1439727" y="358727"/>
                    <a:pt x="1445285" y="363795"/>
                  </a:cubicBezTo>
                  <a:lnTo>
                    <a:pt x="1445285" y="404011"/>
                  </a:lnTo>
                  <a:cubicBezTo>
                    <a:pt x="1439890" y="410877"/>
                    <a:pt x="1434496" y="413492"/>
                    <a:pt x="1428120" y="413492"/>
                  </a:cubicBezTo>
                  <a:moveTo>
                    <a:pt x="1496872" y="430985"/>
                  </a:moveTo>
                  <a:lnTo>
                    <a:pt x="1518615" y="430985"/>
                  </a:lnTo>
                  <a:lnTo>
                    <a:pt x="1518615" y="380469"/>
                  </a:lnTo>
                  <a:cubicBezTo>
                    <a:pt x="1518615" y="369026"/>
                    <a:pt x="1516653" y="352188"/>
                    <a:pt x="1515508" y="340745"/>
                  </a:cubicBezTo>
                  <a:lnTo>
                    <a:pt x="1516162" y="340745"/>
                  </a:lnTo>
                  <a:lnTo>
                    <a:pt x="1525808" y="369190"/>
                  </a:lnTo>
                  <a:lnTo>
                    <a:pt x="1544608" y="420032"/>
                  </a:lnTo>
                  <a:lnTo>
                    <a:pt x="1558503" y="420032"/>
                  </a:lnTo>
                  <a:lnTo>
                    <a:pt x="1577139" y="369190"/>
                  </a:lnTo>
                  <a:lnTo>
                    <a:pt x="1586949" y="340745"/>
                  </a:lnTo>
                  <a:lnTo>
                    <a:pt x="1587765" y="340745"/>
                  </a:lnTo>
                  <a:cubicBezTo>
                    <a:pt x="1586458" y="352188"/>
                    <a:pt x="1584660" y="369026"/>
                    <a:pt x="1584660" y="380469"/>
                  </a:cubicBezTo>
                  <a:lnTo>
                    <a:pt x="1584660" y="430985"/>
                  </a:lnTo>
                  <a:lnTo>
                    <a:pt x="1606729" y="430985"/>
                  </a:lnTo>
                  <a:lnTo>
                    <a:pt x="1606729" y="309847"/>
                  </a:lnTo>
                  <a:lnTo>
                    <a:pt x="1579919" y="309847"/>
                  </a:lnTo>
                  <a:lnTo>
                    <a:pt x="1559811" y="366574"/>
                  </a:lnTo>
                  <a:cubicBezTo>
                    <a:pt x="1557196" y="374094"/>
                    <a:pt x="1555070" y="382104"/>
                    <a:pt x="1552454" y="389788"/>
                  </a:cubicBezTo>
                  <a:lnTo>
                    <a:pt x="1551637" y="389788"/>
                  </a:lnTo>
                  <a:cubicBezTo>
                    <a:pt x="1549185" y="382104"/>
                    <a:pt x="1546896" y="374094"/>
                    <a:pt x="1544280" y="366574"/>
                  </a:cubicBezTo>
                  <a:lnTo>
                    <a:pt x="1523682" y="309847"/>
                  </a:lnTo>
                  <a:lnTo>
                    <a:pt x="1496872" y="309847"/>
                  </a:lnTo>
                  <a:lnTo>
                    <a:pt x="1496872" y="430985"/>
                  </a:lnTo>
                  <a:moveTo>
                    <a:pt x="1657002" y="433273"/>
                  </a:moveTo>
                  <a:cubicBezTo>
                    <a:pt x="1667464" y="433273"/>
                    <a:pt x="1676619" y="428042"/>
                    <a:pt x="1684630" y="421176"/>
                  </a:cubicBezTo>
                  <a:lnTo>
                    <a:pt x="1685283" y="421176"/>
                  </a:lnTo>
                  <a:lnTo>
                    <a:pt x="1686918" y="430985"/>
                  </a:lnTo>
                  <a:lnTo>
                    <a:pt x="1706535" y="430985"/>
                  </a:lnTo>
                  <a:lnTo>
                    <a:pt x="1706535" y="377527"/>
                  </a:lnTo>
                  <a:cubicBezTo>
                    <a:pt x="1706535" y="351044"/>
                    <a:pt x="1694601" y="337148"/>
                    <a:pt x="1671387" y="337148"/>
                  </a:cubicBezTo>
                  <a:cubicBezTo>
                    <a:pt x="1657002" y="337148"/>
                    <a:pt x="1643923" y="342543"/>
                    <a:pt x="1633134" y="349245"/>
                  </a:cubicBezTo>
                  <a:lnTo>
                    <a:pt x="1641798" y="365103"/>
                  </a:lnTo>
                  <a:cubicBezTo>
                    <a:pt x="1650299" y="360199"/>
                    <a:pt x="1658473" y="356438"/>
                    <a:pt x="1666974" y="356438"/>
                  </a:cubicBezTo>
                  <a:cubicBezTo>
                    <a:pt x="1678254" y="356438"/>
                    <a:pt x="1682177" y="363304"/>
                    <a:pt x="1682668" y="372296"/>
                  </a:cubicBezTo>
                  <a:cubicBezTo>
                    <a:pt x="1645722" y="376219"/>
                    <a:pt x="1629864" y="386519"/>
                    <a:pt x="1629864" y="406136"/>
                  </a:cubicBezTo>
                  <a:cubicBezTo>
                    <a:pt x="1629864" y="421666"/>
                    <a:pt x="1640654" y="433273"/>
                    <a:pt x="1657002" y="433273"/>
                  </a:cubicBezTo>
                  <a:moveTo>
                    <a:pt x="1664848" y="414473"/>
                  </a:moveTo>
                  <a:cubicBezTo>
                    <a:pt x="1657819" y="414473"/>
                    <a:pt x="1652751" y="411367"/>
                    <a:pt x="1652751" y="404174"/>
                  </a:cubicBezTo>
                  <a:cubicBezTo>
                    <a:pt x="1652751" y="396000"/>
                    <a:pt x="1660271" y="389788"/>
                    <a:pt x="1682668" y="387009"/>
                  </a:cubicBezTo>
                  <a:lnTo>
                    <a:pt x="1682668" y="405482"/>
                  </a:lnTo>
                  <a:cubicBezTo>
                    <a:pt x="1676782" y="411204"/>
                    <a:pt x="1671714" y="414473"/>
                    <a:pt x="1664848" y="414473"/>
                  </a:cubicBezTo>
                  <a:moveTo>
                    <a:pt x="1757184" y="433273"/>
                  </a:moveTo>
                  <a:cubicBezTo>
                    <a:pt x="1781053" y="433273"/>
                    <a:pt x="1793640" y="420358"/>
                    <a:pt x="1793640" y="404338"/>
                  </a:cubicBezTo>
                  <a:cubicBezTo>
                    <a:pt x="1793640" y="387335"/>
                    <a:pt x="1780237" y="381287"/>
                    <a:pt x="1768137" y="376709"/>
                  </a:cubicBezTo>
                  <a:cubicBezTo>
                    <a:pt x="1758492" y="373113"/>
                    <a:pt x="1749991" y="370661"/>
                    <a:pt x="1749991" y="363958"/>
                  </a:cubicBezTo>
                  <a:cubicBezTo>
                    <a:pt x="1749991" y="358727"/>
                    <a:pt x="1753915" y="355131"/>
                    <a:pt x="1762252" y="355131"/>
                  </a:cubicBezTo>
                  <a:cubicBezTo>
                    <a:pt x="1768955" y="355131"/>
                    <a:pt x="1775331" y="358237"/>
                    <a:pt x="1781868" y="362977"/>
                  </a:cubicBezTo>
                  <a:lnTo>
                    <a:pt x="1792661" y="348428"/>
                  </a:lnTo>
                  <a:cubicBezTo>
                    <a:pt x="1785137" y="342706"/>
                    <a:pt x="1774840" y="337148"/>
                    <a:pt x="1761599" y="337148"/>
                  </a:cubicBezTo>
                  <a:cubicBezTo>
                    <a:pt x="1740673" y="337148"/>
                    <a:pt x="1727431" y="348755"/>
                    <a:pt x="1727431" y="365103"/>
                  </a:cubicBezTo>
                  <a:cubicBezTo>
                    <a:pt x="1727431" y="380469"/>
                    <a:pt x="1740346" y="387499"/>
                    <a:pt x="1751953" y="391913"/>
                  </a:cubicBezTo>
                  <a:cubicBezTo>
                    <a:pt x="1761599" y="395673"/>
                    <a:pt x="1771080" y="398779"/>
                    <a:pt x="1771080" y="405645"/>
                  </a:cubicBezTo>
                  <a:cubicBezTo>
                    <a:pt x="1771080" y="411367"/>
                    <a:pt x="1766993" y="415290"/>
                    <a:pt x="1757838" y="415290"/>
                  </a:cubicBezTo>
                  <a:cubicBezTo>
                    <a:pt x="1749338" y="415290"/>
                    <a:pt x="1741490" y="411694"/>
                    <a:pt x="1733317" y="405318"/>
                  </a:cubicBezTo>
                  <a:lnTo>
                    <a:pt x="1722363" y="420358"/>
                  </a:lnTo>
                  <a:cubicBezTo>
                    <a:pt x="1731518" y="427878"/>
                    <a:pt x="1744923" y="433273"/>
                    <a:pt x="1757184" y="433273"/>
                  </a:cubicBezTo>
                  <a:moveTo>
                    <a:pt x="1841653" y="433273"/>
                  </a:moveTo>
                  <a:cubicBezTo>
                    <a:pt x="1849664" y="433273"/>
                    <a:pt x="1856036" y="431475"/>
                    <a:pt x="1860943" y="429840"/>
                  </a:cubicBezTo>
                  <a:lnTo>
                    <a:pt x="1857016" y="412348"/>
                  </a:lnTo>
                  <a:cubicBezTo>
                    <a:pt x="1854563" y="413329"/>
                    <a:pt x="1850965" y="414310"/>
                    <a:pt x="1848026" y="414310"/>
                  </a:cubicBezTo>
                  <a:cubicBezTo>
                    <a:pt x="1839851" y="414310"/>
                    <a:pt x="1835602" y="409406"/>
                    <a:pt x="1835602" y="398943"/>
                  </a:cubicBezTo>
                  <a:lnTo>
                    <a:pt x="1835602" y="358400"/>
                  </a:lnTo>
                  <a:lnTo>
                    <a:pt x="1858160" y="358400"/>
                  </a:lnTo>
                  <a:lnTo>
                    <a:pt x="1858160" y="339437"/>
                  </a:lnTo>
                  <a:lnTo>
                    <a:pt x="1835602" y="339437"/>
                  </a:lnTo>
                  <a:lnTo>
                    <a:pt x="1835602" y="314751"/>
                  </a:lnTo>
                  <a:lnTo>
                    <a:pt x="1815655" y="314751"/>
                  </a:lnTo>
                  <a:lnTo>
                    <a:pt x="1812880" y="339437"/>
                  </a:lnTo>
                  <a:lnTo>
                    <a:pt x="1798654" y="340581"/>
                  </a:lnTo>
                  <a:lnTo>
                    <a:pt x="1798654" y="358400"/>
                  </a:lnTo>
                  <a:lnTo>
                    <a:pt x="1811571" y="358400"/>
                  </a:lnTo>
                  <a:lnTo>
                    <a:pt x="1811571" y="398943"/>
                  </a:lnTo>
                  <a:cubicBezTo>
                    <a:pt x="1811571" y="419377"/>
                    <a:pt x="1819910" y="433273"/>
                    <a:pt x="1841653" y="433273"/>
                  </a:cubicBezTo>
                  <a:moveTo>
                    <a:pt x="1913640" y="433273"/>
                  </a:moveTo>
                  <a:cubicBezTo>
                    <a:pt x="1924919" y="433273"/>
                    <a:pt x="1936527" y="429350"/>
                    <a:pt x="1945517" y="423138"/>
                  </a:cubicBezTo>
                  <a:lnTo>
                    <a:pt x="1937342" y="408424"/>
                  </a:lnTo>
                  <a:cubicBezTo>
                    <a:pt x="1930805" y="412511"/>
                    <a:pt x="1924268" y="414800"/>
                    <a:pt x="1916744" y="414800"/>
                  </a:cubicBezTo>
                  <a:cubicBezTo>
                    <a:pt x="1903176" y="414800"/>
                    <a:pt x="1893371" y="406953"/>
                    <a:pt x="1891411" y="391913"/>
                  </a:cubicBezTo>
                  <a:lnTo>
                    <a:pt x="1947806" y="391913"/>
                  </a:lnTo>
                  <a:cubicBezTo>
                    <a:pt x="1948464" y="389788"/>
                    <a:pt x="1948950" y="385374"/>
                    <a:pt x="1948950" y="380797"/>
                  </a:cubicBezTo>
                  <a:cubicBezTo>
                    <a:pt x="1948950" y="355621"/>
                    <a:pt x="1935876" y="337148"/>
                    <a:pt x="1910700" y="337148"/>
                  </a:cubicBezTo>
                  <a:cubicBezTo>
                    <a:pt x="1888958" y="337148"/>
                    <a:pt x="1868030" y="355621"/>
                    <a:pt x="1868030" y="385211"/>
                  </a:cubicBezTo>
                  <a:cubicBezTo>
                    <a:pt x="1868030" y="415454"/>
                    <a:pt x="1887978" y="433273"/>
                    <a:pt x="1913640" y="433273"/>
                  </a:cubicBezTo>
                  <a:moveTo>
                    <a:pt x="1891082" y="375892"/>
                  </a:moveTo>
                  <a:cubicBezTo>
                    <a:pt x="1892877" y="362650"/>
                    <a:pt x="1901381" y="355784"/>
                    <a:pt x="1911022" y="355784"/>
                  </a:cubicBezTo>
                  <a:cubicBezTo>
                    <a:pt x="1922795" y="355784"/>
                    <a:pt x="1928352" y="363632"/>
                    <a:pt x="1928352" y="375892"/>
                  </a:cubicBezTo>
                  <a:lnTo>
                    <a:pt x="1891082" y="375892"/>
                  </a:lnTo>
                  <a:moveTo>
                    <a:pt x="1968740" y="430985"/>
                  </a:moveTo>
                  <a:lnTo>
                    <a:pt x="1992772" y="430985"/>
                  </a:lnTo>
                  <a:lnTo>
                    <a:pt x="1992772" y="376383"/>
                  </a:lnTo>
                  <a:cubicBezTo>
                    <a:pt x="1997843" y="363141"/>
                    <a:pt x="2006504" y="358400"/>
                    <a:pt x="2013699" y="358400"/>
                  </a:cubicBezTo>
                  <a:cubicBezTo>
                    <a:pt x="2017461" y="358400"/>
                    <a:pt x="2020072" y="358890"/>
                    <a:pt x="2023347" y="359871"/>
                  </a:cubicBezTo>
                  <a:lnTo>
                    <a:pt x="2027431" y="339110"/>
                  </a:lnTo>
                  <a:cubicBezTo>
                    <a:pt x="2024649" y="337965"/>
                    <a:pt x="2021709" y="337148"/>
                    <a:pt x="2016638" y="337148"/>
                  </a:cubicBezTo>
                  <a:cubicBezTo>
                    <a:pt x="2007162" y="337148"/>
                    <a:pt x="1997349" y="343687"/>
                    <a:pt x="1990647" y="355621"/>
                  </a:cubicBezTo>
                  <a:lnTo>
                    <a:pt x="1990161" y="355621"/>
                  </a:lnTo>
                  <a:lnTo>
                    <a:pt x="1988359" y="339437"/>
                  </a:lnTo>
                  <a:lnTo>
                    <a:pt x="1968740" y="339437"/>
                  </a:lnTo>
                  <a:lnTo>
                    <a:pt x="1968740" y="430985"/>
                  </a:lnTo>
                </a:path>
              </a:pathLst>
            </a:custGeom>
            <a:solidFill>
              <a:srgbClr val="FFFFFF"/>
            </a:solidFill>
          </p:spPr>
        </p:sp>
      </p:grpSp>
      <p:pic>
        <p:nvPicPr>
          <p:cNvPr id="11" name="图片 10">
            <a:extLst>
              <a:ext uri="{FF2B5EF4-FFF2-40B4-BE49-F238E27FC236}">
                <a16:creationId xmlns:a16="http://schemas.microsoft.com/office/drawing/2014/main" id="{D4180A0E-DBC5-FE66-9391-1ADE279D057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5479" y="3103670"/>
            <a:ext cx="846476" cy="423238"/>
          </a:xfrm>
          <a:prstGeom prst="rect">
            <a:avLst/>
          </a:prstGeom>
        </p:spPr>
      </p:pic>
      <p:pic>
        <p:nvPicPr>
          <p:cNvPr id="13" name="图片 12">
            <a:extLst>
              <a:ext uri="{FF2B5EF4-FFF2-40B4-BE49-F238E27FC236}">
                <a16:creationId xmlns:a16="http://schemas.microsoft.com/office/drawing/2014/main" id="{7A6A789A-1B3D-39B1-585F-62C9977FB9F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4062" y="3474138"/>
            <a:ext cx="1367271" cy="874651"/>
          </a:xfrm>
          <a:prstGeom prst="rect">
            <a:avLst/>
          </a:prstGeom>
        </p:spPr>
      </p:pic>
      <p:pic>
        <p:nvPicPr>
          <p:cNvPr id="15" name="图片 14">
            <a:extLst>
              <a:ext uri="{FF2B5EF4-FFF2-40B4-BE49-F238E27FC236}">
                <a16:creationId xmlns:a16="http://schemas.microsoft.com/office/drawing/2014/main" id="{3136ECE4-1665-86CF-D9DE-0F41C7EBCF8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64230" y="5938445"/>
            <a:ext cx="983915" cy="754863"/>
          </a:xfrm>
          <a:prstGeom prst="rect">
            <a:avLst/>
          </a:prstGeom>
        </p:spPr>
      </p:pic>
      <p:pic>
        <p:nvPicPr>
          <p:cNvPr id="17" name="图片 16">
            <a:extLst>
              <a:ext uri="{FF2B5EF4-FFF2-40B4-BE49-F238E27FC236}">
                <a16:creationId xmlns:a16="http://schemas.microsoft.com/office/drawing/2014/main" id="{04A9AACD-C4F2-130F-8BEC-1CDC95716926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22979" y="4120789"/>
            <a:ext cx="1177263" cy="722411"/>
          </a:xfrm>
          <a:prstGeom prst="rect">
            <a:avLst/>
          </a:prstGeom>
        </p:spPr>
      </p:pic>
      <p:pic>
        <p:nvPicPr>
          <p:cNvPr id="19" name="图片 18">
            <a:extLst>
              <a:ext uri="{FF2B5EF4-FFF2-40B4-BE49-F238E27FC236}">
                <a16:creationId xmlns:a16="http://schemas.microsoft.com/office/drawing/2014/main" id="{48277645-2D50-A72F-1A4C-214B89F60D81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80951" y="5513836"/>
            <a:ext cx="1099706" cy="788794"/>
          </a:xfrm>
          <a:prstGeom prst="rect">
            <a:avLst/>
          </a:prstGeom>
        </p:spPr>
      </p:pic>
      <p:pic>
        <p:nvPicPr>
          <p:cNvPr id="21" name="图片 20">
            <a:extLst>
              <a:ext uri="{FF2B5EF4-FFF2-40B4-BE49-F238E27FC236}">
                <a16:creationId xmlns:a16="http://schemas.microsoft.com/office/drawing/2014/main" id="{36CC3D47-B03A-2252-4013-00CD38822ED7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62319" y="4464873"/>
            <a:ext cx="1030613" cy="776426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188</Words>
  <Application>Microsoft Office PowerPoint</Application>
  <PresentationFormat>全屏显示(4:3)</PresentationFormat>
  <Paragraphs>23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6" baseType="lpstr">
      <vt:lpstr>等线</vt:lpstr>
      <vt:lpstr>等线 Light</vt:lpstr>
      <vt:lpstr>微软雅黑</vt:lpstr>
      <vt:lpstr>Arial</vt:lpstr>
      <vt:lpstr>Office 主题​​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huawei</dc:creator>
  <cp:lastModifiedBy>舒丹 郭</cp:lastModifiedBy>
  <cp:revision>2</cp:revision>
  <dcterms:created xsi:type="dcterms:W3CDTF">2024-03-26T16:48:01Z</dcterms:created>
  <dcterms:modified xsi:type="dcterms:W3CDTF">2024-03-26T08:53:07Z</dcterms:modified>
</cp:coreProperties>
</file>